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D8D0B-921F-407C-8F91-B562D7649BC2}" v="2" dt="2026-03-11T18:51:32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ermo Yañez" userId="c0ad126c0d1d4748" providerId="LiveId" clId="{918C7775-A4D1-435D-AA1E-1AC192003E7C}"/>
    <pc:docChg chg="addSld delSld modSld">
      <pc:chgData name="Guillermo Yañez" userId="c0ad126c0d1d4748" providerId="LiveId" clId="{918C7775-A4D1-435D-AA1E-1AC192003E7C}" dt="2026-03-11T18:52:20.698" v="4" actId="47"/>
      <pc:docMkLst>
        <pc:docMk/>
      </pc:docMkLst>
      <pc:sldChg chg="delSp modSp del mod">
        <pc:chgData name="Guillermo Yañez" userId="c0ad126c0d1d4748" providerId="LiveId" clId="{918C7775-A4D1-435D-AA1E-1AC192003E7C}" dt="2026-03-11T18:47:12.778" v="2" actId="47"/>
        <pc:sldMkLst>
          <pc:docMk/>
          <pc:sldMk cId="2402430552" sldId="306"/>
        </pc:sldMkLst>
        <pc:spChg chg="mod">
          <ac:chgData name="Guillermo Yañez" userId="c0ad126c0d1d4748" providerId="LiveId" clId="{918C7775-A4D1-435D-AA1E-1AC192003E7C}" dt="2026-03-11T18:47:07.576" v="1" actId="6549"/>
          <ac:spMkLst>
            <pc:docMk/>
            <pc:sldMk cId="2402430552" sldId="306"/>
            <ac:spMk id="2" creationId="{D122F33D-A417-8495-D564-239B1325699D}"/>
          </ac:spMkLst>
        </pc:spChg>
        <pc:picChg chg="del">
          <ac:chgData name="Guillermo Yañez" userId="c0ad126c0d1d4748" providerId="LiveId" clId="{918C7775-A4D1-435D-AA1E-1AC192003E7C}" dt="2026-03-11T18:47:04.419" v="0" actId="478"/>
          <ac:picMkLst>
            <pc:docMk/>
            <pc:sldMk cId="2402430552" sldId="306"/>
            <ac:picMk id="1026" creationId="{AE006DA5-EAC3-C11C-415A-D812EDDB5430}"/>
          </ac:picMkLst>
        </pc:picChg>
      </pc:sldChg>
      <pc:sldChg chg="add del">
        <pc:chgData name="Guillermo Yañez" userId="c0ad126c0d1d4748" providerId="LiveId" clId="{918C7775-A4D1-435D-AA1E-1AC192003E7C}" dt="2026-03-11T18:52:20.698" v="4" actId="47"/>
        <pc:sldMkLst>
          <pc:docMk/>
          <pc:sldMk cId="2251118187" sldId="2568"/>
        </pc:sldMkLst>
      </pc:sldChg>
      <pc:sldMasterChg chg="delSldLayout">
        <pc:chgData name="Guillermo Yañez" userId="c0ad126c0d1d4748" providerId="LiveId" clId="{918C7775-A4D1-435D-AA1E-1AC192003E7C}" dt="2026-03-11T18:52:20.698" v="4" actId="47"/>
        <pc:sldMasterMkLst>
          <pc:docMk/>
          <pc:sldMasterMk cId="2209977519" sldId="2147483648"/>
        </pc:sldMasterMkLst>
        <pc:sldLayoutChg chg="del">
          <pc:chgData name="Guillermo Yañez" userId="c0ad126c0d1d4748" providerId="LiveId" clId="{918C7775-A4D1-435D-AA1E-1AC192003E7C}" dt="2026-03-11T18:52:20.698" v="4" actId="47"/>
          <pc:sldLayoutMkLst>
            <pc:docMk/>
            <pc:sldMasterMk cId="2209977519" sldId="2147483648"/>
            <pc:sldLayoutMk cId="3766060906" sldId="2147483660"/>
          </pc:sldLayoutMkLst>
        </pc:sldLayoutChg>
      </pc:sldMasterChg>
    </pc:docChg>
  </pc:docChgLst>
</pc:chgInfo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F6E01DD-9625-4732-9C22-5668C27550BB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63A66DD-5B30-43B2-8C13-6623B98F11A5}">
      <dgm:prSet/>
      <dgm:spPr/>
      <dgm:t>
        <a:bodyPr/>
        <a:lstStyle/>
        <a:p>
          <a:r>
            <a:rPr lang="en-US"/>
            <a:t>Densidad alcanzable: un punto q es alcanzable desde p si existe una cadena de puntos núcleo p₁, p₂, …, pₙ con p₁ = p y pₙ = q tales que cada pᵢ₊₁ pertenece a Nε(pᵢ).</a:t>
          </a:r>
        </a:p>
      </dgm:t>
    </dgm:pt>
    <dgm:pt modelId="{5E03464A-AEDD-4BC1-A19C-ADFE57B16688}" type="parTrans" cxnId="{4CECE00B-F4DD-41D4-B910-0333369B2C75}">
      <dgm:prSet/>
      <dgm:spPr/>
      <dgm:t>
        <a:bodyPr/>
        <a:lstStyle/>
        <a:p>
          <a:endParaRPr lang="en-US"/>
        </a:p>
      </dgm:t>
    </dgm:pt>
    <dgm:pt modelId="{4F716B28-0791-4569-9CF8-C2112CF372F6}" type="sibTrans" cxnId="{4CECE00B-F4DD-41D4-B910-0333369B2C75}">
      <dgm:prSet/>
      <dgm:spPr/>
      <dgm:t>
        <a:bodyPr/>
        <a:lstStyle/>
        <a:p>
          <a:endParaRPr lang="en-US"/>
        </a:p>
      </dgm:t>
    </dgm:pt>
    <dgm:pt modelId="{8F61A736-BDB2-45DB-A2AE-D4FFD2E9DFFB}">
      <dgm:prSet/>
      <dgm:spPr/>
      <dgm:t>
        <a:bodyPr/>
        <a:lstStyle/>
        <a:p>
          <a:r>
            <a:rPr lang="en-US"/>
            <a:t>Densidad conectada: dos puntos p y q son densidad-conectados si existe un punto o desde el cual ambos son densidad-alcanzables.</a:t>
          </a:r>
        </a:p>
      </dgm:t>
    </dgm:pt>
    <dgm:pt modelId="{6D3960DE-ECB3-4055-9C58-D329EC35B1C4}" type="parTrans" cxnId="{D582C737-562B-4D82-85C3-10D80D40D46B}">
      <dgm:prSet/>
      <dgm:spPr/>
      <dgm:t>
        <a:bodyPr/>
        <a:lstStyle/>
        <a:p>
          <a:endParaRPr lang="en-US"/>
        </a:p>
      </dgm:t>
    </dgm:pt>
    <dgm:pt modelId="{FD2BEA9D-C594-4B03-BD7D-E4B4D765A775}" type="sibTrans" cxnId="{D582C737-562B-4D82-85C3-10D80D40D46B}">
      <dgm:prSet/>
      <dgm:spPr/>
      <dgm:t>
        <a:bodyPr/>
        <a:lstStyle/>
        <a:p>
          <a:endParaRPr lang="en-US"/>
        </a:p>
      </dgm:t>
    </dgm:pt>
    <dgm:pt modelId="{9172358C-0196-4D48-9BA4-CC5C283E3F24}">
      <dgm:prSet/>
      <dgm:spPr/>
      <dgm:t>
        <a:bodyPr/>
        <a:lstStyle/>
        <a:p>
          <a:r>
            <a:rPr lang="en-US"/>
            <a:t>Un cluster C se define como el conjunto máximo de puntos densidad-conectados.</a:t>
          </a:r>
        </a:p>
      </dgm:t>
    </dgm:pt>
    <dgm:pt modelId="{171C41DF-8D8D-4E2D-AEE9-7C963D3035E5}" type="parTrans" cxnId="{09D26154-D742-4395-8B0A-54B6FC149AC3}">
      <dgm:prSet/>
      <dgm:spPr/>
      <dgm:t>
        <a:bodyPr/>
        <a:lstStyle/>
        <a:p>
          <a:endParaRPr lang="en-US"/>
        </a:p>
      </dgm:t>
    </dgm:pt>
    <dgm:pt modelId="{8F4F1A3B-D787-4D44-8019-270A2E2F2285}" type="sibTrans" cxnId="{09D26154-D742-4395-8B0A-54B6FC149AC3}">
      <dgm:prSet/>
      <dgm:spPr/>
      <dgm:t>
        <a:bodyPr/>
        <a:lstStyle/>
        <a:p>
          <a:endParaRPr lang="en-US"/>
        </a:p>
      </dgm:t>
    </dgm:pt>
    <dgm:pt modelId="{A12B78D2-6646-476F-AA90-38DEA527E359}" type="pres">
      <dgm:prSet presAssocID="{CF6E01DD-9625-4732-9C22-5668C27550BB}" presName="Name0" presStyleCnt="0">
        <dgm:presLayoutVars>
          <dgm:dir/>
          <dgm:animLvl val="lvl"/>
          <dgm:resizeHandles val="exact"/>
        </dgm:presLayoutVars>
      </dgm:prSet>
      <dgm:spPr/>
    </dgm:pt>
    <dgm:pt modelId="{431FE97C-E16B-4EA8-A850-87501A173D3A}" type="pres">
      <dgm:prSet presAssocID="{9172358C-0196-4D48-9BA4-CC5C283E3F24}" presName="boxAndChildren" presStyleCnt="0"/>
      <dgm:spPr/>
    </dgm:pt>
    <dgm:pt modelId="{48962453-8A0F-469B-B3B2-DBF7F4272396}" type="pres">
      <dgm:prSet presAssocID="{9172358C-0196-4D48-9BA4-CC5C283E3F24}" presName="parentTextBox" presStyleLbl="node1" presStyleIdx="0" presStyleCnt="3"/>
      <dgm:spPr/>
    </dgm:pt>
    <dgm:pt modelId="{D7370373-20FA-42AD-84F3-117AD3D5E771}" type="pres">
      <dgm:prSet presAssocID="{FD2BEA9D-C594-4B03-BD7D-E4B4D765A775}" presName="sp" presStyleCnt="0"/>
      <dgm:spPr/>
    </dgm:pt>
    <dgm:pt modelId="{9C4E396B-6BDD-4A6D-8422-B45003661A0D}" type="pres">
      <dgm:prSet presAssocID="{8F61A736-BDB2-45DB-A2AE-D4FFD2E9DFFB}" presName="arrowAndChildren" presStyleCnt="0"/>
      <dgm:spPr/>
    </dgm:pt>
    <dgm:pt modelId="{0E0104B4-3073-42CB-86EC-CD69405DDB53}" type="pres">
      <dgm:prSet presAssocID="{8F61A736-BDB2-45DB-A2AE-D4FFD2E9DFFB}" presName="parentTextArrow" presStyleLbl="node1" presStyleIdx="1" presStyleCnt="3"/>
      <dgm:spPr/>
    </dgm:pt>
    <dgm:pt modelId="{E625CCC0-1699-4C1B-B625-18D0B93598D2}" type="pres">
      <dgm:prSet presAssocID="{4F716B28-0791-4569-9CF8-C2112CF372F6}" presName="sp" presStyleCnt="0"/>
      <dgm:spPr/>
    </dgm:pt>
    <dgm:pt modelId="{1D0703DF-821D-494E-9F2C-ADF4D6B1A33E}" type="pres">
      <dgm:prSet presAssocID="{063A66DD-5B30-43B2-8C13-6623B98F11A5}" presName="arrowAndChildren" presStyleCnt="0"/>
      <dgm:spPr/>
    </dgm:pt>
    <dgm:pt modelId="{4CBDAC7C-E515-46FC-90EE-3C443DBB9125}" type="pres">
      <dgm:prSet presAssocID="{063A66DD-5B30-43B2-8C13-6623B98F11A5}" presName="parentTextArrow" presStyleLbl="node1" presStyleIdx="2" presStyleCnt="3"/>
      <dgm:spPr/>
    </dgm:pt>
  </dgm:ptLst>
  <dgm:cxnLst>
    <dgm:cxn modelId="{4CECE00B-F4DD-41D4-B910-0333369B2C75}" srcId="{CF6E01DD-9625-4732-9C22-5668C27550BB}" destId="{063A66DD-5B30-43B2-8C13-6623B98F11A5}" srcOrd="0" destOrd="0" parTransId="{5E03464A-AEDD-4BC1-A19C-ADFE57B16688}" sibTransId="{4F716B28-0791-4569-9CF8-C2112CF372F6}"/>
    <dgm:cxn modelId="{D582C737-562B-4D82-85C3-10D80D40D46B}" srcId="{CF6E01DD-9625-4732-9C22-5668C27550BB}" destId="{8F61A736-BDB2-45DB-A2AE-D4FFD2E9DFFB}" srcOrd="1" destOrd="0" parTransId="{6D3960DE-ECB3-4055-9C58-D329EC35B1C4}" sibTransId="{FD2BEA9D-C594-4B03-BD7D-E4B4D765A775}"/>
    <dgm:cxn modelId="{157AC750-256C-42D5-BD97-A390320E3BF7}" type="presOf" srcId="{063A66DD-5B30-43B2-8C13-6623B98F11A5}" destId="{4CBDAC7C-E515-46FC-90EE-3C443DBB9125}" srcOrd="0" destOrd="0" presId="urn:microsoft.com/office/officeart/2005/8/layout/process4"/>
    <dgm:cxn modelId="{09D26154-D742-4395-8B0A-54B6FC149AC3}" srcId="{CF6E01DD-9625-4732-9C22-5668C27550BB}" destId="{9172358C-0196-4D48-9BA4-CC5C283E3F24}" srcOrd="2" destOrd="0" parTransId="{171C41DF-8D8D-4E2D-AEE9-7C963D3035E5}" sibTransId="{8F4F1A3B-D787-4D44-8019-270A2E2F2285}"/>
    <dgm:cxn modelId="{ECC2DC76-987E-47E1-862E-51887C9902A1}" type="presOf" srcId="{8F61A736-BDB2-45DB-A2AE-D4FFD2E9DFFB}" destId="{0E0104B4-3073-42CB-86EC-CD69405DDB53}" srcOrd="0" destOrd="0" presId="urn:microsoft.com/office/officeart/2005/8/layout/process4"/>
    <dgm:cxn modelId="{A32DD78F-47E9-4AC4-8B02-6038B2550269}" type="presOf" srcId="{9172358C-0196-4D48-9BA4-CC5C283E3F24}" destId="{48962453-8A0F-469B-B3B2-DBF7F4272396}" srcOrd="0" destOrd="0" presId="urn:microsoft.com/office/officeart/2005/8/layout/process4"/>
    <dgm:cxn modelId="{30189BD3-99C2-4D51-B4E9-BD7DA32F6015}" type="presOf" srcId="{CF6E01DD-9625-4732-9C22-5668C27550BB}" destId="{A12B78D2-6646-476F-AA90-38DEA527E359}" srcOrd="0" destOrd="0" presId="urn:microsoft.com/office/officeart/2005/8/layout/process4"/>
    <dgm:cxn modelId="{6E46D490-770C-4CE9-9BB8-A89574FE36F3}" type="presParOf" srcId="{A12B78D2-6646-476F-AA90-38DEA527E359}" destId="{431FE97C-E16B-4EA8-A850-87501A173D3A}" srcOrd="0" destOrd="0" presId="urn:microsoft.com/office/officeart/2005/8/layout/process4"/>
    <dgm:cxn modelId="{1A03F32D-98B1-4390-8636-BCEABEE3F1A0}" type="presParOf" srcId="{431FE97C-E16B-4EA8-A850-87501A173D3A}" destId="{48962453-8A0F-469B-B3B2-DBF7F4272396}" srcOrd="0" destOrd="0" presId="urn:microsoft.com/office/officeart/2005/8/layout/process4"/>
    <dgm:cxn modelId="{B468784F-02E8-4376-9FB3-A80E5BB3A592}" type="presParOf" srcId="{A12B78D2-6646-476F-AA90-38DEA527E359}" destId="{D7370373-20FA-42AD-84F3-117AD3D5E771}" srcOrd="1" destOrd="0" presId="urn:microsoft.com/office/officeart/2005/8/layout/process4"/>
    <dgm:cxn modelId="{CD838D44-DD0D-4F45-8B93-C289F741E6E7}" type="presParOf" srcId="{A12B78D2-6646-476F-AA90-38DEA527E359}" destId="{9C4E396B-6BDD-4A6D-8422-B45003661A0D}" srcOrd="2" destOrd="0" presId="urn:microsoft.com/office/officeart/2005/8/layout/process4"/>
    <dgm:cxn modelId="{40E47076-8654-4441-B1C4-AC8F7BA3C9DF}" type="presParOf" srcId="{9C4E396B-6BDD-4A6D-8422-B45003661A0D}" destId="{0E0104B4-3073-42CB-86EC-CD69405DDB53}" srcOrd="0" destOrd="0" presId="urn:microsoft.com/office/officeart/2005/8/layout/process4"/>
    <dgm:cxn modelId="{98E8175B-EFD0-422F-8E58-E1AF84D91F04}" type="presParOf" srcId="{A12B78D2-6646-476F-AA90-38DEA527E359}" destId="{E625CCC0-1699-4C1B-B625-18D0B93598D2}" srcOrd="3" destOrd="0" presId="urn:microsoft.com/office/officeart/2005/8/layout/process4"/>
    <dgm:cxn modelId="{2FB4E0D1-5AA2-4145-9185-BD7E36ED22B7}" type="presParOf" srcId="{A12B78D2-6646-476F-AA90-38DEA527E359}" destId="{1D0703DF-821D-494E-9F2C-ADF4D6B1A33E}" srcOrd="4" destOrd="0" presId="urn:microsoft.com/office/officeart/2005/8/layout/process4"/>
    <dgm:cxn modelId="{C43F07EF-4B53-4205-9C61-B222C10973FD}" type="presParOf" srcId="{1D0703DF-821D-494E-9F2C-ADF4D6B1A33E}" destId="{4CBDAC7C-E515-46FC-90EE-3C443DBB9125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9AE5FE-F16D-46D2-B77B-2191A5A0455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6A40F73C-821E-4B06-AF7C-E1FE077E1FA1}">
      <dgm:prSet/>
      <dgm:spPr/>
      <dgm:t>
        <a:bodyPr/>
        <a:lstStyle/>
        <a:p>
          <a:r>
            <a:rPr lang="en-US" dirty="0"/>
            <a:t>ε (radio de vecindad): </a:t>
          </a:r>
          <a:r>
            <a:rPr lang="en-US" dirty="0" err="1"/>
            <a:t>determina</a:t>
          </a:r>
          <a:r>
            <a:rPr lang="en-US" dirty="0"/>
            <a:t> </a:t>
          </a:r>
          <a:r>
            <a:rPr lang="en-US" dirty="0" err="1"/>
            <a:t>el</a:t>
          </a:r>
          <a:r>
            <a:rPr lang="en-US" dirty="0"/>
            <a:t> </a:t>
          </a:r>
          <a:r>
            <a:rPr lang="en-US" dirty="0" err="1"/>
            <a:t>tamaño</a:t>
          </a:r>
          <a:r>
            <a:rPr lang="en-US" dirty="0"/>
            <a:t> de la </a:t>
          </a:r>
          <a:r>
            <a:rPr lang="en-US" dirty="0" err="1"/>
            <a:t>región</a:t>
          </a:r>
          <a:r>
            <a:rPr lang="en-US" dirty="0"/>
            <a:t> local </a:t>
          </a:r>
          <a:r>
            <a:rPr lang="en-US" dirty="0" err="1"/>
            <a:t>alrededor</a:t>
          </a:r>
          <a:r>
            <a:rPr lang="en-US" dirty="0"/>
            <a:t> de un punto.</a:t>
          </a:r>
        </a:p>
      </dgm:t>
    </dgm:pt>
    <dgm:pt modelId="{AAE0E253-2D99-44B8-8F24-FAA70DAAA224}" type="parTrans" cxnId="{B4C68AF7-EE40-455F-B3AC-D5F4EB854BFE}">
      <dgm:prSet/>
      <dgm:spPr/>
      <dgm:t>
        <a:bodyPr/>
        <a:lstStyle/>
        <a:p>
          <a:endParaRPr lang="en-US"/>
        </a:p>
      </dgm:t>
    </dgm:pt>
    <dgm:pt modelId="{1AD824D9-FBF7-45C7-BC99-439049AF2B11}" type="sibTrans" cxnId="{B4C68AF7-EE40-455F-B3AC-D5F4EB854BFE}">
      <dgm:prSet/>
      <dgm:spPr/>
      <dgm:t>
        <a:bodyPr/>
        <a:lstStyle/>
        <a:p>
          <a:endParaRPr lang="en-US"/>
        </a:p>
      </dgm:t>
    </dgm:pt>
    <dgm:pt modelId="{15893DAD-114B-458C-9891-B52309BEBE20}">
      <dgm:prSet/>
      <dgm:spPr/>
      <dgm:t>
        <a:bodyPr/>
        <a:lstStyle/>
        <a:p>
          <a:r>
            <a:rPr lang="en-US" dirty="0" err="1"/>
            <a:t>MinPts</a:t>
          </a:r>
          <a:r>
            <a:rPr lang="en-US" dirty="0"/>
            <a:t>: </a:t>
          </a:r>
          <a:r>
            <a:rPr lang="en-US" dirty="0" err="1"/>
            <a:t>número</a:t>
          </a:r>
          <a:r>
            <a:rPr lang="en-US" dirty="0"/>
            <a:t> </a:t>
          </a:r>
          <a:r>
            <a:rPr lang="en-US" dirty="0" err="1"/>
            <a:t>mínimo</a:t>
          </a:r>
          <a:r>
            <a:rPr lang="en-US" dirty="0"/>
            <a:t> de puntos </a:t>
          </a:r>
          <a:r>
            <a:rPr lang="en-US" dirty="0" err="1"/>
            <a:t>necesarios</a:t>
          </a:r>
          <a:r>
            <a:rPr lang="en-US" dirty="0"/>
            <a:t> para </a:t>
          </a:r>
          <a:r>
            <a:rPr lang="en-US" dirty="0" err="1"/>
            <a:t>formar</a:t>
          </a:r>
          <a:r>
            <a:rPr lang="en-US" dirty="0"/>
            <a:t> </a:t>
          </a:r>
          <a:r>
            <a:rPr lang="en-US" dirty="0" err="1"/>
            <a:t>una</a:t>
          </a:r>
          <a:r>
            <a:rPr lang="en-US" dirty="0"/>
            <a:t> </a:t>
          </a:r>
          <a:r>
            <a:rPr lang="en-US" dirty="0" err="1"/>
            <a:t>región</a:t>
          </a:r>
          <a:r>
            <a:rPr lang="en-US" dirty="0"/>
            <a:t> </a:t>
          </a:r>
          <a:r>
            <a:rPr lang="en-US" dirty="0" err="1"/>
            <a:t>densa</a:t>
          </a:r>
          <a:r>
            <a:rPr lang="en-US" dirty="0"/>
            <a:t>.</a:t>
          </a:r>
        </a:p>
      </dgm:t>
    </dgm:pt>
    <dgm:pt modelId="{6774C7D8-8965-4E54-BA65-BB312CE4851D}" type="parTrans" cxnId="{73521E3C-711E-40BC-B927-4298D5CAC73F}">
      <dgm:prSet/>
      <dgm:spPr/>
      <dgm:t>
        <a:bodyPr/>
        <a:lstStyle/>
        <a:p>
          <a:endParaRPr lang="en-US"/>
        </a:p>
      </dgm:t>
    </dgm:pt>
    <dgm:pt modelId="{205D497E-9995-49ED-A78E-50223F982FBA}" type="sibTrans" cxnId="{73521E3C-711E-40BC-B927-4298D5CAC73F}">
      <dgm:prSet/>
      <dgm:spPr/>
      <dgm:t>
        <a:bodyPr/>
        <a:lstStyle/>
        <a:p>
          <a:endParaRPr lang="en-US"/>
        </a:p>
      </dgm:t>
    </dgm:pt>
    <dgm:pt modelId="{5D2429A5-A5B3-48A3-8F2D-584A34FCAF94}">
      <dgm:prSet/>
      <dgm:spPr/>
      <dgm:t>
        <a:bodyPr/>
        <a:lstStyle/>
        <a:p>
          <a:r>
            <a:rPr lang="en-US"/>
            <a:t>La elección de ε se basa típicamente en el 'K-distance plot', observando el punto de inflexión donde la distancia al k-ésimo vecino comienza a aumentar abruptamente.</a:t>
          </a:r>
        </a:p>
      </dgm:t>
    </dgm:pt>
    <dgm:pt modelId="{6DF023E4-F805-44BC-869F-12AF74258DCA}" type="parTrans" cxnId="{A2FE670E-5D29-4AF9-88AD-1D3EE85E7E25}">
      <dgm:prSet/>
      <dgm:spPr/>
      <dgm:t>
        <a:bodyPr/>
        <a:lstStyle/>
        <a:p>
          <a:endParaRPr lang="en-US"/>
        </a:p>
      </dgm:t>
    </dgm:pt>
    <dgm:pt modelId="{65933251-F0DA-47E4-BED7-B6DAFEA6419E}" type="sibTrans" cxnId="{A2FE670E-5D29-4AF9-88AD-1D3EE85E7E25}">
      <dgm:prSet/>
      <dgm:spPr/>
      <dgm:t>
        <a:bodyPr/>
        <a:lstStyle/>
        <a:p>
          <a:endParaRPr lang="en-US"/>
        </a:p>
      </dgm:t>
    </dgm:pt>
    <dgm:pt modelId="{587A4A65-B5C3-4E01-9051-AC1B7FDCFD8C}" type="pres">
      <dgm:prSet presAssocID="{589AE5FE-F16D-46D2-B77B-2191A5A04553}" presName="linear" presStyleCnt="0">
        <dgm:presLayoutVars>
          <dgm:animLvl val="lvl"/>
          <dgm:resizeHandles val="exact"/>
        </dgm:presLayoutVars>
      </dgm:prSet>
      <dgm:spPr/>
    </dgm:pt>
    <dgm:pt modelId="{F23253C6-0741-4336-9C86-B9C03BEC4FA0}" type="pres">
      <dgm:prSet presAssocID="{6A40F73C-821E-4B06-AF7C-E1FE077E1FA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3F64BC8-CD43-40B3-B6C4-BF4C45AE15A1}" type="pres">
      <dgm:prSet presAssocID="{1AD824D9-FBF7-45C7-BC99-439049AF2B11}" presName="spacer" presStyleCnt="0"/>
      <dgm:spPr/>
    </dgm:pt>
    <dgm:pt modelId="{B67D15D3-8401-40BE-9473-91ED0082575F}" type="pres">
      <dgm:prSet presAssocID="{15893DAD-114B-458C-9891-B52309BEBE20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35DD4903-1D65-4C67-8B1E-FFAD069A8A00}" type="pres">
      <dgm:prSet presAssocID="{205D497E-9995-49ED-A78E-50223F982FBA}" presName="spacer" presStyleCnt="0"/>
      <dgm:spPr/>
    </dgm:pt>
    <dgm:pt modelId="{830A9CE5-53E7-4CD1-81E0-4BDBE1F9C9CB}" type="pres">
      <dgm:prSet presAssocID="{5D2429A5-A5B3-48A3-8F2D-584A34FCAF94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3495301-CF0D-461D-8CE3-2635C1AF49C5}" type="presOf" srcId="{15893DAD-114B-458C-9891-B52309BEBE20}" destId="{B67D15D3-8401-40BE-9473-91ED0082575F}" srcOrd="0" destOrd="0" presId="urn:microsoft.com/office/officeart/2005/8/layout/vList2"/>
    <dgm:cxn modelId="{A2FE670E-5D29-4AF9-88AD-1D3EE85E7E25}" srcId="{589AE5FE-F16D-46D2-B77B-2191A5A04553}" destId="{5D2429A5-A5B3-48A3-8F2D-584A34FCAF94}" srcOrd="2" destOrd="0" parTransId="{6DF023E4-F805-44BC-869F-12AF74258DCA}" sibTransId="{65933251-F0DA-47E4-BED7-B6DAFEA6419E}"/>
    <dgm:cxn modelId="{73521E3C-711E-40BC-B927-4298D5CAC73F}" srcId="{589AE5FE-F16D-46D2-B77B-2191A5A04553}" destId="{15893DAD-114B-458C-9891-B52309BEBE20}" srcOrd="1" destOrd="0" parTransId="{6774C7D8-8965-4E54-BA65-BB312CE4851D}" sibTransId="{205D497E-9995-49ED-A78E-50223F982FBA}"/>
    <dgm:cxn modelId="{59C74C5D-8A16-4DD1-B32F-1C9E3A0F847E}" type="presOf" srcId="{5D2429A5-A5B3-48A3-8F2D-584A34FCAF94}" destId="{830A9CE5-53E7-4CD1-81E0-4BDBE1F9C9CB}" srcOrd="0" destOrd="0" presId="urn:microsoft.com/office/officeart/2005/8/layout/vList2"/>
    <dgm:cxn modelId="{AFD83A97-CB37-4D76-BEB2-528B73D7028D}" type="presOf" srcId="{6A40F73C-821E-4B06-AF7C-E1FE077E1FA1}" destId="{F23253C6-0741-4336-9C86-B9C03BEC4FA0}" srcOrd="0" destOrd="0" presId="urn:microsoft.com/office/officeart/2005/8/layout/vList2"/>
    <dgm:cxn modelId="{F811DBE8-B05D-4CD5-98A7-3D8435DA7874}" type="presOf" srcId="{589AE5FE-F16D-46D2-B77B-2191A5A04553}" destId="{587A4A65-B5C3-4E01-9051-AC1B7FDCFD8C}" srcOrd="0" destOrd="0" presId="urn:microsoft.com/office/officeart/2005/8/layout/vList2"/>
    <dgm:cxn modelId="{B4C68AF7-EE40-455F-B3AC-D5F4EB854BFE}" srcId="{589AE5FE-F16D-46D2-B77B-2191A5A04553}" destId="{6A40F73C-821E-4B06-AF7C-E1FE077E1FA1}" srcOrd="0" destOrd="0" parTransId="{AAE0E253-2D99-44B8-8F24-FAA70DAAA224}" sibTransId="{1AD824D9-FBF7-45C7-BC99-439049AF2B11}"/>
    <dgm:cxn modelId="{469CD379-6342-48F1-A792-F99D51208C75}" type="presParOf" srcId="{587A4A65-B5C3-4E01-9051-AC1B7FDCFD8C}" destId="{F23253C6-0741-4336-9C86-B9C03BEC4FA0}" srcOrd="0" destOrd="0" presId="urn:microsoft.com/office/officeart/2005/8/layout/vList2"/>
    <dgm:cxn modelId="{E73952E9-D7FE-4506-9B54-58FB96076479}" type="presParOf" srcId="{587A4A65-B5C3-4E01-9051-AC1B7FDCFD8C}" destId="{83F64BC8-CD43-40B3-B6C4-BF4C45AE15A1}" srcOrd="1" destOrd="0" presId="urn:microsoft.com/office/officeart/2005/8/layout/vList2"/>
    <dgm:cxn modelId="{CB70DF56-7319-41A8-B149-0D6C0395C8DD}" type="presParOf" srcId="{587A4A65-B5C3-4E01-9051-AC1B7FDCFD8C}" destId="{B67D15D3-8401-40BE-9473-91ED0082575F}" srcOrd="2" destOrd="0" presId="urn:microsoft.com/office/officeart/2005/8/layout/vList2"/>
    <dgm:cxn modelId="{DF6C839D-7977-4171-B1C3-77D3C9F5C975}" type="presParOf" srcId="{587A4A65-B5C3-4E01-9051-AC1B7FDCFD8C}" destId="{35DD4903-1D65-4C67-8B1E-FFAD069A8A00}" srcOrd="3" destOrd="0" presId="urn:microsoft.com/office/officeart/2005/8/layout/vList2"/>
    <dgm:cxn modelId="{72E48B3D-3E1B-4116-8C76-0F57333F6D4D}" type="presParOf" srcId="{587A4A65-B5C3-4E01-9051-AC1B7FDCFD8C}" destId="{830A9CE5-53E7-4CD1-81E0-4BDBE1F9C9C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89A0608-5047-44D3-BFA7-1D2F400E1EE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B3B67DB-6867-48A3-BEB4-55F9400E85C2}">
      <dgm:prSet/>
      <dgm:spPr/>
      <dgm:t>
        <a:bodyPr/>
        <a:lstStyle/>
        <a:p>
          <a:r>
            <a:rPr lang="en-US"/>
            <a:t>Variables clave:</a:t>
          </a:r>
        </a:p>
      </dgm:t>
    </dgm:pt>
    <dgm:pt modelId="{BB1CA61B-D31F-40D9-9F3B-B65874956D4C}" type="parTrans" cxnId="{E361BACF-9DCA-4BB4-A4C8-D0EFA67DBAD9}">
      <dgm:prSet/>
      <dgm:spPr/>
      <dgm:t>
        <a:bodyPr/>
        <a:lstStyle/>
        <a:p>
          <a:endParaRPr lang="en-US"/>
        </a:p>
      </dgm:t>
    </dgm:pt>
    <dgm:pt modelId="{FCC2169A-4D7A-4B1D-AF79-7D0C34A29684}" type="sibTrans" cxnId="{E361BACF-9DCA-4BB4-A4C8-D0EFA67DBAD9}">
      <dgm:prSet/>
      <dgm:spPr/>
      <dgm:t>
        <a:bodyPr/>
        <a:lstStyle/>
        <a:p>
          <a:endParaRPr lang="en-US"/>
        </a:p>
      </dgm:t>
    </dgm:pt>
    <dgm:pt modelId="{E5603592-271E-474E-BC31-C77738D9C34E}">
      <dgm:prSet/>
      <dgm:spPr/>
      <dgm:t>
        <a:bodyPr/>
        <a:lstStyle/>
        <a:p>
          <a:r>
            <a:rPr lang="en-US" dirty="0" err="1"/>
            <a:t>MontoAdjudicado</a:t>
          </a:r>
          <a:r>
            <a:rPr lang="en-US" dirty="0"/>
            <a:t> (</a:t>
          </a:r>
          <a:r>
            <a:rPr lang="en-US" dirty="0" err="1"/>
            <a:t>transformado</a:t>
          </a:r>
          <a:r>
            <a:rPr lang="en-US" dirty="0"/>
            <a:t> </a:t>
          </a:r>
          <a:r>
            <a:rPr lang="en-US" dirty="0" err="1"/>
            <a:t>mediante</a:t>
          </a:r>
          <a:r>
            <a:rPr lang="en-US" dirty="0"/>
            <a:t> </a:t>
          </a:r>
          <a:r>
            <a:rPr lang="en-US" dirty="0" err="1"/>
            <a:t>logaritmo</a:t>
          </a:r>
          <a:r>
            <a:rPr lang="en-US" dirty="0"/>
            <a:t> para </a:t>
          </a:r>
          <a:r>
            <a:rPr lang="en-US" dirty="0" err="1"/>
            <a:t>corregir</a:t>
          </a:r>
          <a:r>
            <a:rPr lang="en-US" dirty="0"/>
            <a:t> </a:t>
          </a:r>
          <a:r>
            <a:rPr lang="en-US" dirty="0" err="1"/>
            <a:t>sesgo</a:t>
          </a:r>
          <a:r>
            <a:rPr lang="en-US" dirty="0"/>
            <a:t>).</a:t>
          </a:r>
        </a:p>
      </dgm:t>
    </dgm:pt>
    <dgm:pt modelId="{FB64BF98-D237-4932-BF05-5965A1753F89}" type="parTrans" cxnId="{A27E64B8-887E-4813-813A-9FAD14761696}">
      <dgm:prSet/>
      <dgm:spPr/>
      <dgm:t>
        <a:bodyPr/>
        <a:lstStyle/>
        <a:p>
          <a:endParaRPr lang="en-US"/>
        </a:p>
      </dgm:t>
    </dgm:pt>
    <dgm:pt modelId="{AE887F93-EB55-4CF1-A530-74C0A932B3DC}" type="sibTrans" cxnId="{A27E64B8-887E-4813-813A-9FAD14761696}">
      <dgm:prSet/>
      <dgm:spPr/>
      <dgm:t>
        <a:bodyPr/>
        <a:lstStyle/>
        <a:p>
          <a:endParaRPr lang="en-US"/>
        </a:p>
      </dgm:t>
    </dgm:pt>
    <dgm:pt modelId="{EAE44F21-9720-45F4-B567-5D2A367088BA}">
      <dgm:prSet/>
      <dgm:spPr/>
      <dgm:t>
        <a:bodyPr/>
        <a:lstStyle/>
        <a:p>
          <a:r>
            <a:rPr lang="en-US" dirty="0" err="1"/>
            <a:t>NumParticipantes</a:t>
          </a:r>
          <a:r>
            <a:rPr lang="en-US" dirty="0"/>
            <a:t> y </a:t>
          </a:r>
          <a:r>
            <a:rPr lang="en-US" dirty="0" err="1"/>
            <a:t>Proceso_dias</a:t>
          </a:r>
          <a:r>
            <a:rPr lang="en-US" dirty="0"/>
            <a:t> (</a:t>
          </a:r>
          <a:r>
            <a:rPr lang="en-US" dirty="0" err="1"/>
            <a:t>competitividad</a:t>
          </a:r>
          <a:r>
            <a:rPr lang="en-US" dirty="0"/>
            <a:t> y </a:t>
          </a:r>
          <a:r>
            <a:rPr lang="en-US" dirty="0" err="1"/>
            <a:t>duración</a:t>
          </a:r>
          <a:r>
            <a:rPr lang="en-US" dirty="0"/>
            <a:t> del </a:t>
          </a:r>
          <a:r>
            <a:rPr lang="en-US" dirty="0" err="1"/>
            <a:t>proceso</a:t>
          </a:r>
          <a:r>
            <a:rPr lang="en-US" dirty="0"/>
            <a:t>).</a:t>
          </a:r>
        </a:p>
      </dgm:t>
    </dgm:pt>
    <dgm:pt modelId="{8757109D-B7E0-4CD2-A8A3-9BF111196AA4}" type="parTrans" cxnId="{E0BF7CB2-E295-4FD1-9E33-92C8A8A890B2}">
      <dgm:prSet/>
      <dgm:spPr/>
      <dgm:t>
        <a:bodyPr/>
        <a:lstStyle/>
        <a:p>
          <a:endParaRPr lang="en-US"/>
        </a:p>
      </dgm:t>
    </dgm:pt>
    <dgm:pt modelId="{2595EC21-1A60-4B51-A551-5A5C586AB1C8}" type="sibTrans" cxnId="{E0BF7CB2-E295-4FD1-9E33-92C8A8A890B2}">
      <dgm:prSet/>
      <dgm:spPr/>
      <dgm:t>
        <a:bodyPr/>
        <a:lstStyle/>
        <a:p>
          <a:endParaRPr lang="en-US"/>
        </a:p>
      </dgm:t>
    </dgm:pt>
    <dgm:pt modelId="{72DEDDDC-162D-46CC-B5E0-6DCC58986BE9}">
      <dgm:prSet/>
      <dgm:spPr/>
      <dgm:t>
        <a:bodyPr/>
        <a:lstStyle/>
        <a:p>
          <a:r>
            <a:rPr lang="en-US" dirty="0" err="1"/>
            <a:t>FreqTratoDirecto</a:t>
          </a:r>
          <a:r>
            <a:rPr lang="en-US" dirty="0"/>
            <a:t> y </a:t>
          </a:r>
          <a:r>
            <a:rPr lang="en-US" dirty="0" err="1"/>
            <a:t>FreqAdjudProc</a:t>
          </a:r>
          <a:r>
            <a:rPr lang="en-US" dirty="0"/>
            <a:t> (</a:t>
          </a:r>
          <a:r>
            <a:rPr lang="en-US" dirty="0" err="1"/>
            <a:t>indicadores</a:t>
          </a:r>
          <a:r>
            <a:rPr lang="en-US" dirty="0"/>
            <a:t> de </a:t>
          </a:r>
          <a:r>
            <a:rPr lang="en-US" dirty="0" err="1"/>
            <a:t>riesgo</a:t>
          </a:r>
          <a:r>
            <a:rPr lang="en-US" dirty="0"/>
            <a:t> de </a:t>
          </a:r>
          <a:r>
            <a:rPr lang="en-US" dirty="0" err="1"/>
            <a:t>concentración</a:t>
          </a:r>
          <a:r>
            <a:rPr lang="en-US" dirty="0"/>
            <a:t> o </a:t>
          </a:r>
          <a:r>
            <a:rPr lang="en-US" dirty="0" err="1"/>
            <a:t>trato</a:t>
          </a:r>
          <a:r>
            <a:rPr lang="en-US" dirty="0"/>
            <a:t> </a:t>
          </a:r>
          <a:r>
            <a:rPr lang="en-US" dirty="0" err="1"/>
            <a:t>preferente</a:t>
          </a:r>
          <a:r>
            <a:rPr lang="en-US" dirty="0"/>
            <a:t>).</a:t>
          </a:r>
        </a:p>
      </dgm:t>
    </dgm:pt>
    <dgm:pt modelId="{13C45376-C9A0-4B7C-9C82-06ECD82130BD}" type="parTrans" cxnId="{B47C7805-B260-4C66-9490-04B303C983DB}">
      <dgm:prSet/>
      <dgm:spPr/>
      <dgm:t>
        <a:bodyPr/>
        <a:lstStyle/>
        <a:p>
          <a:endParaRPr lang="en-US"/>
        </a:p>
      </dgm:t>
    </dgm:pt>
    <dgm:pt modelId="{5EDEF71B-DB15-40E5-8784-A79ECF4D9C3D}" type="sibTrans" cxnId="{B47C7805-B260-4C66-9490-04B303C983DB}">
      <dgm:prSet/>
      <dgm:spPr/>
      <dgm:t>
        <a:bodyPr/>
        <a:lstStyle/>
        <a:p>
          <a:endParaRPr lang="en-US"/>
        </a:p>
      </dgm:t>
    </dgm:pt>
    <dgm:pt modelId="{16921E9F-2CEB-4E17-8EDA-D9B84E5B94FC}">
      <dgm:prSet/>
      <dgm:spPr/>
      <dgm:t>
        <a:bodyPr/>
        <a:lstStyle/>
        <a:p>
          <a:r>
            <a:rPr lang="en-US"/>
            <a:t>Interpretación: puntos con alta frecuencia de trato directo y montos atípicamente altos aparecen como ruido (cluster = -1), potencialmente asociados a irregularidades.</a:t>
          </a:r>
        </a:p>
      </dgm:t>
    </dgm:pt>
    <dgm:pt modelId="{4C7766BD-3DD9-47C6-85B2-6FD71DD08219}" type="parTrans" cxnId="{D07C92B3-9751-455E-A372-0BC6096786AC}">
      <dgm:prSet/>
      <dgm:spPr/>
      <dgm:t>
        <a:bodyPr/>
        <a:lstStyle/>
        <a:p>
          <a:endParaRPr lang="en-US"/>
        </a:p>
      </dgm:t>
    </dgm:pt>
    <dgm:pt modelId="{04474A3C-7531-4FE1-B889-C8DC352A4B65}" type="sibTrans" cxnId="{D07C92B3-9751-455E-A372-0BC6096786AC}">
      <dgm:prSet/>
      <dgm:spPr/>
      <dgm:t>
        <a:bodyPr/>
        <a:lstStyle/>
        <a:p>
          <a:endParaRPr lang="en-US"/>
        </a:p>
      </dgm:t>
    </dgm:pt>
    <dgm:pt modelId="{AF56CE67-92FD-4DF9-A586-24B89AAEE0A7}" type="pres">
      <dgm:prSet presAssocID="{789A0608-5047-44D3-BFA7-1D2F400E1EE0}" presName="root" presStyleCnt="0">
        <dgm:presLayoutVars>
          <dgm:dir/>
          <dgm:resizeHandles val="exact"/>
        </dgm:presLayoutVars>
      </dgm:prSet>
      <dgm:spPr/>
    </dgm:pt>
    <dgm:pt modelId="{152D45ED-70F7-416F-B9D9-25787F9F852E}" type="pres">
      <dgm:prSet presAssocID="{4B3B67DB-6867-48A3-BEB4-55F9400E85C2}" presName="compNode" presStyleCnt="0"/>
      <dgm:spPr/>
    </dgm:pt>
    <dgm:pt modelId="{C33D877A-E62B-47C5-8B10-4D9A479260E7}" type="pres">
      <dgm:prSet presAssocID="{4B3B67DB-6867-48A3-BEB4-55F9400E85C2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ve"/>
        </a:ext>
      </dgm:extLst>
    </dgm:pt>
    <dgm:pt modelId="{6E78BB55-A884-4971-97E7-9B4FB0A376BA}" type="pres">
      <dgm:prSet presAssocID="{4B3B67DB-6867-48A3-BEB4-55F9400E85C2}" presName="spaceRect" presStyleCnt="0"/>
      <dgm:spPr/>
    </dgm:pt>
    <dgm:pt modelId="{4A3F5497-CF5A-49E3-B11A-47BD9233BE5E}" type="pres">
      <dgm:prSet presAssocID="{4B3B67DB-6867-48A3-BEB4-55F9400E85C2}" presName="textRect" presStyleLbl="revTx" presStyleIdx="0" presStyleCnt="5">
        <dgm:presLayoutVars>
          <dgm:chMax val="1"/>
          <dgm:chPref val="1"/>
        </dgm:presLayoutVars>
      </dgm:prSet>
      <dgm:spPr/>
    </dgm:pt>
    <dgm:pt modelId="{E5B37C8F-E096-4D97-B3C4-F8A8D23E838C}" type="pres">
      <dgm:prSet presAssocID="{FCC2169A-4D7A-4B1D-AF79-7D0C34A29684}" presName="sibTrans" presStyleCnt="0"/>
      <dgm:spPr/>
    </dgm:pt>
    <dgm:pt modelId="{52AE9CFE-289D-487A-92B7-90586A7E7D1C}" type="pres">
      <dgm:prSet presAssocID="{E5603592-271E-474E-BC31-C77738D9C34E}" presName="compNode" presStyleCnt="0"/>
      <dgm:spPr/>
    </dgm:pt>
    <dgm:pt modelId="{856FAEF1-05CD-46D4-ABE6-EBC96BDB767E}" type="pres">
      <dgm:prSet presAssocID="{E5603592-271E-474E-BC31-C77738D9C34E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A631183D-6AA4-41F1-9669-3DE9AEBC9859}" type="pres">
      <dgm:prSet presAssocID="{E5603592-271E-474E-BC31-C77738D9C34E}" presName="spaceRect" presStyleCnt="0"/>
      <dgm:spPr/>
    </dgm:pt>
    <dgm:pt modelId="{88B28474-2120-4CBA-A308-F58968EC6561}" type="pres">
      <dgm:prSet presAssocID="{E5603592-271E-474E-BC31-C77738D9C34E}" presName="textRect" presStyleLbl="revTx" presStyleIdx="1" presStyleCnt="5">
        <dgm:presLayoutVars>
          <dgm:chMax val="1"/>
          <dgm:chPref val="1"/>
        </dgm:presLayoutVars>
      </dgm:prSet>
      <dgm:spPr/>
    </dgm:pt>
    <dgm:pt modelId="{AA41D2EF-060A-466D-940F-D913140F18D4}" type="pres">
      <dgm:prSet presAssocID="{AE887F93-EB55-4CF1-A530-74C0A932B3DC}" presName="sibTrans" presStyleCnt="0"/>
      <dgm:spPr/>
    </dgm:pt>
    <dgm:pt modelId="{561FBE91-D19A-4C95-BA9F-151CE2202F47}" type="pres">
      <dgm:prSet presAssocID="{EAE44F21-9720-45F4-B567-5D2A367088BA}" presName="compNode" presStyleCnt="0"/>
      <dgm:spPr/>
    </dgm:pt>
    <dgm:pt modelId="{32F9E54B-2497-4BB7-A935-6401AD82F307}" type="pres">
      <dgm:prSet presAssocID="{EAE44F21-9720-45F4-B567-5D2A367088B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loj de arena terminado"/>
        </a:ext>
      </dgm:extLst>
    </dgm:pt>
    <dgm:pt modelId="{E8717E5B-58F9-4D86-8ABB-59F862EBF9F4}" type="pres">
      <dgm:prSet presAssocID="{EAE44F21-9720-45F4-B567-5D2A367088BA}" presName="spaceRect" presStyleCnt="0"/>
      <dgm:spPr/>
    </dgm:pt>
    <dgm:pt modelId="{46AD90E5-CED8-47CF-895B-DE9C9F892823}" type="pres">
      <dgm:prSet presAssocID="{EAE44F21-9720-45F4-B567-5D2A367088BA}" presName="textRect" presStyleLbl="revTx" presStyleIdx="2" presStyleCnt="5">
        <dgm:presLayoutVars>
          <dgm:chMax val="1"/>
          <dgm:chPref val="1"/>
        </dgm:presLayoutVars>
      </dgm:prSet>
      <dgm:spPr/>
    </dgm:pt>
    <dgm:pt modelId="{3B906C45-7C11-4CC3-92F4-EA8846E0CCBA}" type="pres">
      <dgm:prSet presAssocID="{2595EC21-1A60-4B51-A551-5A5C586AB1C8}" presName="sibTrans" presStyleCnt="0"/>
      <dgm:spPr/>
    </dgm:pt>
    <dgm:pt modelId="{EF1A60CA-886A-4D9A-8DE5-831759544EEF}" type="pres">
      <dgm:prSet presAssocID="{72DEDDDC-162D-46CC-B5E0-6DCC58986BE9}" presName="compNode" presStyleCnt="0"/>
      <dgm:spPr/>
    </dgm:pt>
    <dgm:pt modelId="{5CC4B6E9-63FB-4897-B689-ADF313999427}" type="pres">
      <dgm:prSet presAssocID="{72DEDDDC-162D-46CC-B5E0-6DCC58986BE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pia"/>
        </a:ext>
      </dgm:extLst>
    </dgm:pt>
    <dgm:pt modelId="{9C017EF6-B7CA-432C-B840-A80088B8D760}" type="pres">
      <dgm:prSet presAssocID="{72DEDDDC-162D-46CC-B5E0-6DCC58986BE9}" presName="spaceRect" presStyleCnt="0"/>
      <dgm:spPr/>
    </dgm:pt>
    <dgm:pt modelId="{C503CED3-A20F-4FD6-8F32-CEF1075C0E7C}" type="pres">
      <dgm:prSet presAssocID="{72DEDDDC-162D-46CC-B5E0-6DCC58986BE9}" presName="textRect" presStyleLbl="revTx" presStyleIdx="3" presStyleCnt="5">
        <dgm:presLayoutVars>
          <dgm:chMax val="1"/>
          <dgm:chPref val="1"/>
        </dgm:presLayoutVars>
      </dgm:prSet>
      <dgm:spPr/>
    </dgm:pt>
    <dgm:pt modelId="{1E749B1D-75F4-4D5F-B203-9FD4B526D1FF}" type="pres">
      <dgm:prSet presAssocID="{5EDEF71B-DB15-40E5-8784-A79ECF4D9C3D}" presName="sibTrans" presStyleCnt="0"/>
      <dgm:spPr/>
    </dgm:pt>
    <dgm:pt modelId="{1DCFA5D4-34D7-4DAF-8021-E103AAD425E2}" type="pres">
      <dgm:prSet presAssocID="{16921E9F-2CEB-4E17-8EDA-D9B84E5B94FC}" presName="compNode" presStyleCnt="0"/>
      <dgm:spPr/>
    </dgm:pt>
    <dgm:pt modelId="{B96EB9C8-C045-4632-8D9D-010BB45DD294}" type="pres">
      <dgm:prSet presAssocID="{16921E9F-2CEB-4E17-8EDA-D9B84E5B94FC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culadora"/>
        </a:ext>
      </dgm:extLst>
    </dgm:pt>
    <dgm:pt modelId="{68EFFBD9-663A-438D-953D-735F83169299}" type="pres">
      <dgm:prSet presAssocID="{16921E9F-2CEB-4E17-8EDA-D9B84E5B94FC}" presName="spaceRect" presStyleCnt="0"/>
      <dgm:spPr/>
    </dgm:pt>
    <dgm:pt modelId="{C38A8BB1-664C-4A5A-A702-806C583991DE}" type="pres">
      <dgm:prSet presAssocID="{16921E9F-2CEB-4E17-8EDA-D9B84E5B94FC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B47C7805-B260-4C66-9490-04B303C983DB}" srcId="{789A0608-5047-44D3-BFA7-1D2F400E1EE0}" destId="{72DEDDDC-162D-46CC-B5E0-6DCC58986BE9}" srcOrd="3" destOrd="0" parTransId="{13C45376-C9A0-4B7C-9C82-06ECD82130BD}" sibTransId="{5EDEF71B-DB15-40E5-8784-A79ECF4D9C3D}"/>
    <dgm:cxn modelId="{A9DEBF0C-D14A-41AD-9EA3-C4EF91259DF4}" type="presOf" srcId="{4B3B67DB-6867-48A3-BEB4-55F9400E85C2}" destId="{4A3F5497-CF5A-49E3-B11A-47BD9233BE5E}" srcOrd="0" destOrd="0" presId="urn:microsoft.com/office/officeart/2018/2/layout/IconLabelList"/>
    <dgm:cxn modelId="{8221BB1D-A21F-40C4-922B-DE880785EFD5}" type="presOf" srcId="{789A0608-5047-44D3-BFA7-1D2F400E1EE0}" destId="{AF56CE67-92FD-4DF9-A586-24B89AAEE0A7}" srcOrd="0" destOrd="0" presId="urn:microsoft.com/office/officeart/2018/2/layout/IconLabelList"/>
    <dgm:cxn modelId="{E5149568-7904-4120-B2E6-92ECA145E6DB}" type="presOf" srcId="{EAE44F21-9720-45F4-B567-5D2A367088BA}" destId="{46AD90E5-CED8-47CF-895B-DE9C9F892823}" srcOrd="0" destOrd="0" presId="urn:microsoft.com/office/officeart/2018/2/layout/IconLabelList"/>
    <dgm:cxn modelId="{38C7D177-E0F7-428E-B44F-D7806D06497F}" type="presOf" srcId="{72DEDDDC-162D-46CC-B5E0-6DCC58986BE9}" destId="{C503CED3-A20F-4FD6-8F32-CEF1075C0E7C}" srcOrd="0" destOrd="0" presId="urn:microsoft.com/office/officeart/2018/2/layout/IconLabelList"/>
    <dgm:cxn modelId="{E0BF7CB2-E295-4FD1-9E33-92C8A8A890B2}" srcId="{789A0608-5047-44D3-BFA7-1D2F400E1EE0}" destId="{EAE44F21-9720-45F4-B567-5D2A367088BA}" srcOrd="2" destOrd="0" parTransId="{8757109D-B7E0-4CD2-A8A3-9BF111196AA4}" sibTransId="{2595EC21-1A60-4B51-A551-5A5C586AB1C8}"/>
    <dgm:cxn modelId="{D07C92B3-9751-455E-A372-0BC6096786AC}" srcId="{789A0608-5047-44D3-BFA7-1D2F400E1EE0}" destId="{16921E9F-2CEB-4E17-8EDA-D9B84E5B94FC}" srcOrd="4" destOrd="0" parTransId="{4C7766BD-3DD9-47C6-85B2-6FD71DD08219}" sibTransId="{04474A3C-7531-4FE1-B889-C8DC352A4B65}"/>
    <dgm:cxn modelId="{A27E64B8-887E-4813-813A-9FAD14761696}" srcId="{789A0608-5047-44D3-BFA7-1D2F400E1EE0}" destId="{E5603592-271E-474E-BC31-C77738D9C34E}" srcOrd="1" destOrd="0" parTransId="{FB64BF98-D237-4932-BF05-5965A1753F89}" sibTransId="{AE887F93-EB55-4CF1-A530-74C0A932B3DC}"/>
    <dgm:cxn modelId="{E361BACF-9DCA-4BB4-A4C8-D0EFA67DBAD9}" srcId="{789A0608-5047-44D3-BFA7-1D2F400E1EE0}" destId="{4B3B67DB-6867-48A3-BEB4-55F9400E85C2}" srcOrd="0" destOrd="0" parTransId="{BB1CA61B-D31F-40D9-9F3B-B65874956D4C}" sibTransId="{FCC2169A-4D7A-4B1D-AF79-7D0C34A29684}"/>
    <dgm:cxn modelId="{5012BFD4-C863-475E-B7A7-3A67AF46B868}" type="presOf" srcId="{16921E9F-2CEB-4E17-8EDA-D9B84E5B94FC}" destId="{C38A8BB1-664C-4A5A-A702-806C583991DE}" srcOrd="0" destOrd="0" presId="urn:microsoft.com/office/officeart/2018/2/layout/IconLabelList"/>
    <dgm:cxn modelId="{59F169F9-8F36-486B-B355-BDCA5696DC2C}" type="presOf" srcId="{E5603592-271E-474E-BC31-C77738D9C34E}" destId="{88B28474-2120-4CBA-A308-F58968EC6561}" srcOrd="0" destOrd="0" presId="urn:microsoft.com/office/officeart/2018/2/layout/IconLabelList"/>
    <dgm:cxn modelId="{7286E0AF-E841-447C-A52A-39DDD0E52EA6}" type="presParOf" srcId="{AF56CE67-92FD-4DF9-A586-24B89AAEE0A7}" destId="{152D45ED-70F7-416F-B9D9-25787F9F852E}" srcOrd="0" destOrd="0" presId="urn:microsoft.com/office/officeart/2018/2/layout/IconLabelList"/>
    <dgm:cxn modelId="{4C0E1A3D-32EE-43AC-90DF-EE8369D1DC45}" type="presParOf" srcId="{152D45ED-70F7-416F-B9D9-25787F9F852E}" destId="{C33D877A-E62B-47C5-8B10-4D9A479260E7}" srcOrd="0" destOrd="0" presId="urn:microsoft.com/office/officeart/2018/2/layout/IconLabelList"/>
    <dgm:cxn modelId="{830C386B-561D-4C4B-82E8-5533F48AA03F}" type="presParOf" srcId="{152D45ED-70F7-416F-B9D9-25787F9F852E}" destId="{6E78BB55-A884-4971-97E7-9B4FB0A376BA}" srcOrd="1" destOrd="0" presId="urn:microsoft.com/office/officeart/2018/2/layout/IconLabelList"/>
    <dgm:cxn modelId="{134FB676-8341-46FE-A073-E10B331218CB}" type="presParOf" srcId="{152D45ED-70F7-416F-B9D9-25787F9F852E}" destId="{4A3F5497-CF5A-49E3-B11A-47BD9233BE5E}" srcOrd="2" destOrd="0" presId="urn:microsoft.com/office/officeart/2018/2/layout/IconLabelList"/>
    <dgm:cxn modelId="{D4515B73-8416-4C98-B2EA-3BD529BB001D}" type="presParOf" srcId="{AF56CE67-92FD-4DF9-A586-24B89AAEE0A7}" destId="{E5B37C8F-E096-4D97-B3C4-F8A8D23E838C}" srcOrd="1" destOrd="0" presId="urn:microsoft.com/office/officeart/2018/2/layout/IconLabelList"/>
    <dgm:cxn modelId="{E98EAFA9-156B-4996-864A-8E0E62D7C261}" type="presParOf" srcId="{AF56CE67-92FD-4DF9-A586-24B89AAEE0A7}" destId="{52AE9CFE-289D-487A-92B7-90586A7E7D1C}" srcOrd="2" destOrd="0" presId="urn:microsoft.com/office/officeart/2018/2/layout/IconLabelList"/>
    <dgm:cxn modelId="{E93E1460-B65E-4914-8711-83C3DF057B47}" type="presParOf" srcId="{52AE9CFE-289D-487A-92B7-90586A7E7D1C}" destId="{856FAEF1-05CD-46D4-ABE6-EBC96BDB767E}" srcOrd="0" destOrd="0" presId="urn:microsoft.com/office/officeart/2018/2/layout/IconLabelList"/>
    <dgm:cxn modelId="{6AB2D9BF-6D0D-4C88-821E-25F7BB81348E}" type="presParOf" srcId="{52AE9CFE-289D-487A-92B7-90586A7E7D1C}" destId="{A631183D-6AA4-41F1-9669-3DE9AEBC9859}" srcOrd="1" destOrd="0" presId="urn:microsoft.com/office/officeart/2018/2/layout/IconLabelList"/>
    <dgm:cxn modelId="{5EB52BA6-D4B6-4327-B35B-A21ED3D44F89}" type="presParOf" srcId="{52AE9CFE-289D-487A-92B7-90586A7E7D1C}" destId="{88B28474-2120-4CBA-A308-F58968EC6561}" srcOrd="2" destOrd="0" presId="urn:microsoft.com/office/officeart/2018/2/layout/IconLabelList"/>
    <dgm:cxn modelId="{4C7C91C8-FED3-488E-A50A-BE421F9063F5}" type="presParOf" srcId="{AF56CE67-92FD-4DF9-A586-24B89AAEE0A7}" destId="{AA41D2EF-060A-466D-940F-D913140F18D4}" srcOrd="3" destOrd="0" presId="urn:microsoft.com/office/officeart/2018/2/layout/IconLabelList"/>
    <dgm:cxn modelId="{713EB62D-F7B4-4B38-ADB4-67D821F193F8}" type="presParOf" srcId="{AF56CE67-92FD-4DF9-A586-24B89AAEE0A7}" destId="{561FBE91-D19A-4C95-BA9F-151CE2202F47}" srcOrd="4" destOrd="0" presId="urn:microsoft.com/office/officeart/2018/2/layout/IconLabelList"/>
    <dgm:cxn modelId="{CA177B5B-C0D3-473D-9AA9-965500E8A9C5}" type="presParOf" srcId="{561FBE91-D19A-4C95-BA9F-151CE2202F47}" destId="{32F9E54B-2497-4BB7-A935-6401AD82F307}" srcOrd="0" destOrd="0" presId="urn:microsoft.com/office/officeart/2018/2/layout/IconLabelList"/>
    <dgm:cxn modelId="{E39C6220-17F9-498E-92D4-99FFCE36BBF1}" type="presParOf" srcId="{561FBE91-D19A-4C95-BA9F-151CE2202F47}" destId="{E8717E5B-58F9-4D86-8ABB-59F862EBF9F4}" srcOrd="1" destOrd="0" presId="urn:microsoft.com/office/officeart/2018/2/layout/IconLabelList"/>
    <dgm:cxn modelId="{14F887C1-D056-43F7-9D95-DB88A3567080}" type="presParOf" srcId="{561FBE91-D19A-4C95-BA9F-151CE2202F47}" destId="{46AD90E5-CED8-47CF-895B-DE9C9F892823}" srcOrd="2" destOrd="0" presId="urn:microsoft.com/office/officeart/2018/2/layout/IconLabelList"/>
    <dgm:cxn modelId="{0AC10601-B0B1-41A4-9BD9-B047A6A9DAF6}" type="presParOf" srcId="{AF56CE67-92FD-4DF9-A586-24B89AAEE0A7}" destId="{3B906C45-7C11-4CC3-92F4-EA8846E0CCBA}" srcOrd="5" destOrd="0" presId="urn:microsoft.com/office/officeart/2018/2/layout/IconLabelList"/>
    <dgm:cxn modelId="{537F958B-B463-4385-AAEC-673292CAE72B}" type="presParOf" srcId="{AF56CE67-92FD-4DF9-A586-24B89AAEE0A7}" destId="{EF1A60CA-886A-4D9A-8DE5-831759544EEF}" srcOrd="6" destOrd="0" presId="urn:microsoft.com/office/officeart/2018/2/layout/IconLabelList"/>
    <dgm:cxn modelId="{E4817D6A-5A1D-4519-B7E6-28C606D1655A}" type="presParOf" srcId="{EF1A60CA-886A-4D9A-8DE5-831759544EEF}" destId="{5CC4B6E9-63FB-4897-B689-ADF313999427}" srcOrd="0" destOrd="0" presId="urn:microsoft.com/office/officeart/2018/2/layout/IconLabelList"/>
    <dgm:cxn modelId="{B7771F5C-CC9D-4AC1-9128-3378067A0471}" type="presParOf" srcId="{EF1A60CA-886A-4D9A-8DE5-831759544EEF}" destId="{9C017EF6-B7CA-432C-B840-A80088B8D760}" srcOrd="1" destOrd="0" presId="urn:microsoft.com/office/officeart/2018/2/layout/IconLabelList"/>
    <dgm:cxn modelId="{49887462-1CCE-4857-A3FC-6389D64D7016}" type="presParOf" srcId="{EF1A60CA-886A-4D9A-8DE5-831759544EEF}" destId="{C503CED3-A20F-4FD6-8F32-CEF1075C0E7C}" srcOrd="2" destOrd="0" presId="urn:microsoft.com/office/officeart/2018/2/layout/IconLabelList"/>
    <dgm:cxn modelId="{B4367CC5-4DC2-4538-96A1-024A57303B78}" type="presParOf" srcId="{AF56CE67-92FD-4DF9-A586-24B89AAEE0A7}" destId="{1E749B1D-75F4-4D5F-B203-9FD4B526D1FF}" srcOrd="7" destOrd="0" presId="urn:microsoft.com/office/officeart/2018/2/layout/IconLabelList"/>
    <dgm:cxn modelId="{33B92DB3-9927-4A72-9B48-E10E5CBD1AF5}" type="presParOf" srcId="{AF56CE67-92FD-4DF9-A586-24B89AAEE0A7}" destId="{1DCFA5D4-34D7-4DAF-8021-E103AAD425E2}" srcOrd="8" destOrd="0" presId="urn:microsoft.com/office/officeart/2018/2/layout/IconLabelList"/>
    <dgm:cxn modelId="{C071CEE3-BF5E-438E-ACA6-7BEF51BD4DD4}" type="presParOf" srcId="{1DCFA5D4-34D7-4DAF-8021-E103AAD425E2}" destId="{B96EB9C8-C045-4632-8D9D-010BB45DD294}" srcOrd="0" destOrd="0" presId="urn:microsoft.com/office/officeart/2018/2/layout/IconLabelList"/>
    <dgm:cxn modelId="{F777C8DA-51A3-44C4-B813-1F8FFDB40EA3}" type="presParOf" srcId="{1DCFA5D4-34D7-4DAF-8021-E103AAD425E2}" destId="{68EFFBD9-663A-438D-953D-735F83169299}" srcOrd="1" destOrd="0" presId="urn:microsoft.com/office/officeart/2018/2/layout/IconLabelList"/>
    <dgm:cxn modelId="{82B705C7-0547-4C6B-906A-7A65EC70FE92}" type="presParOf" srcId="{1DCFA5D4-34D7-4DAF-8021-E103AAD425E2}" destId="{C38A8BB1-664C-4A5A-A702-806C583991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A2D6EC-1E21-47AE-A142-A82795B5E7AE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2A7F663-162E-458E-B730-55D0BDE52AF5}">
      <dgm:prSet/>
      <dgm:spPr/>
      <dgm:t>
        <a:bodyPr/>
        <a:lstStyle/>
        <a:p>
          <a:r>
            <a:rPr lang="en-US"/>
            <a:t>Los resultados pueden visualizarse en un diagrama de dispersión (LogMonto vs. NumParticipantes) coloreado por cluster. Los puntos clasificados como -1 indican observaciones anómalas.</a:t>
          </a:r>
        </a:p>
      </dgm:t>
    </dgm:pt>
    <dgm:pt modelId="{C8956C58-5789-45D7-AE36-A92C2C74BE91}" type="parTrans" cxnId="{BC6FB971-E9DB-453B-B168-0278EB30F09A}">
      <dgm:prSet/>
      <dgm:spPr/>
      <dgm:t>
        <a:bodyPr/>
        <a:lstStyle/>
        <a:p>
          <a:endParaRPr lang="en-US"/>
        </a:p>
      </dgm:t>
    </dgm:pt>
    <dgm:pt modelId="{5B3AAEFB-8406-4E84-96A0-D320B3EB9C1A}" type="sibTrans" cxnId="{BC6FB971-E9DB-453B-B168-0278EB30F09A}">
      <dgm:prSet/>
      <dgm:spPr/>
      <dgm:t>
        <a:bodyPr/>
        <a:lstStyle/>
        <a:p>
          <a:endParaRPr lang="en-US"/>
        </a:p>
      </dgm:t>
    </dgm:pt>
    <dgm:pt modelId="{7887F539-6420-49B8-8782-F7428CA040F9}">
      <dgm:prSet/>
      <dgm:spPr/>
      <dgm:t>
        <a:bodyPr/>
        <a:lstStyle/>
        <a:p>
          <a:r>
            <a:rPr lang="en-US"/>
            <a:t>El gráfico K-distance complementa el análisis permitiendo determinar visualmente el valor óptimo de ε.</a:t>
          </a:r>
        </a:p>
      </dgm:t>
    </dgm:pt>
    <dgm:pt modelId="{DE9C545D-DB05-4859-8B1D-CDF893078D33}" type="parTrans" cxnId="{5679E403-177A-4B47-9EAF-1765DE9E2036}">
      <dgm:prSet/>
      <dgm:spPr/>
      <dgm:t>
        <a:bodyPr/>
        <a:lstStyle/>
        <a:p>
          <a:endParaRPr lang="en-US"/>
        </a:p>
      </dgm:t>
    </dgm:pt>
    <dgm:pt modelId="{41F71F3D-868D-47B4-A70A-7F1E8CFBD7E3}" type="sibTrans" cxnId="{5679E403-177A-4B47-9EAF-1765DE9E2036}">
      <dgm:prSet/>
      <dgm:spPr/>
      <dgm:t>
        <a:bodyPr/>
        <a:lstStyle/>
        <a:p>
          <a:endParaRPr lang="en-US"/>
        </a:p>
      </dgm:t>
    </dgm:pt>
    <dgm:pt modelId="{BFA2DF92-4A40-4BD0-BA87-875DBB5FB249}" type="pres">
      <dgm:prSet presAssocID="{78A2D6EC-1E21-47AE-A142-A82795B5E7AE}" presName="linear" presStyleCnt="0">
        <dgm:presLayoutVars>
          <dgm:animLvl val="lvl"/>
          <dgm:resizeHandles val="exact"/>
        </dgm:presLayoutVars>
      </dgm:prSet>
      <dgm:spPr/>
    </dgm:pt>
    <dgm:pt modelId="{A2C8DC52-8D8A-4E23-9A82-5539500FE643}" type="pres">
      <dgm:prSet presAssocID="{A2A7F663-162E-458E-B730-55D0BDE52AF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A3B941A-684C-4C0B-8976-45AD8D2E8A3C}" type="pres">
      <dgm:prSet presAssocID="{5B3AAEFB-8406-4E84-96A0-D320B3EB9C1A}" presName="spacer" presStyleCnt="0"/>
      <dgm:spPr/>
    </dgm:pt>
    <dgm:pt modelId="{B611D2E2-F4E1-499D-9E17-ACB705241C91}" type="pres">
      <dgm:prSet presAssocID="{7887F539-6420-49B8-8782-F7428CA040F9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0AF90902-2AA6-4A56-9B36-0CE203716844}" type="presOf" srcId="{7887F539-6420-49B8-8782-F7428CA040F9}" destId="{B611D2E2-F4E1-499D-9E17-ACB705241C91}" srcOrd="0" destOrd="0" presId="urn:microsoft.com/office/officeart/2005/8/layout/vList2"/>
    <dgm:cxn modelId="{5679E403-177A-4B47-9EAF-1765DE9E2036}" srcId="{78A2D6EC-1E21-47AE-A142-A82795B5E7AE}" destId="{7887F539-6420-49B8-8782-F7428CA040F9}" srcOrd="1" destOrd="0" parTransId="{DE9C545D-DB05-4859-8B1D-CDF893078D33}" sibTransId="{41F71F3D-868D-47B4-A70A-7F1E8CFBD7E3}"/>
    <dgm:cxn modelId="{AFDB926A-55CD-4900-BB81-B1BAB2C384B5}" type="presOf" srcId="{A2A7F663-162E-458E-B730-55D0BDE52AF5}" destId="{A2C8DC52-8D8A-4E23-9A82-5539500FE643}" srcOrd="0" destOrd="0" presId="urn:microsoft.com/office/officeart/2005/8/layout/vList2"/>
    <dgm:cxn modelId="{1998B86B-73B4-490A-9C7E-284F75908C39}" type="presOf" srcId="{78A2D6EC-1E21-47AE-A142-A82795B5E7AE}" destId="{BFA2DF92-4A40-4BD0-BA87-875DBB5FB249}" srcOrd="0" destOrd="0" presId="urn:microsoft.com/office/officeart/2005/8/layout/vList2"/>
    <dgm:cxn modelId="{BC6FB971-E9DB-453B-B168-0278EB30F09A}" srcId="{78A2D6EC-1E21-47AE-A142-A82795B5E7AE}" destId="{A2A7F663-162E-458E-B730-55D0BDE52AF5}" srcOrd="0" destOrd="0" parTransId="{C8956C58-5789-45D7-AE36-A92C2C74BE91}" sibTransId="{5B3AAEFB-8406-4E84-96A0-D320B3EB9C1A}"/>
    <dgm:cxn modelId="{2D0621A8-D6EA-4FE8-A39F-DB4EAE918188}" type="presParOf" srcId="{BFA2DF92-4A40-4BD0-BA87-875DBB5FB249}" destId="{A2C8DC52-8D8A-4E23-9A82-5539500FE643}" srcOrd="0" destOrd="0" presId="urn:microsoft.com/office/officeart/2005/8/layout/vList2"/>
    <dgm:cxn modelId="{D3CBA583-5EEC-4391-A553-E54D2BF7DF4B}" type="presParOf" srcId="{BFA2DF92-4A40-4BD0-BA87-875DBB5FB249}" destId="{6A3B941A-684C-4C0B-8976-45AD8D2E8A3C}" srcOrd="1" destOrd="0" presId="urn:microsoft.com/office/officeart/2005/8/layout/vList2"/>
    <dgm:cxn modelId="{254A274D-D7BB-46AD-AA2C-68960CD5D0DC}" type="presParOf" srcId="{BFA2DF92-4A40-4BD0-BA87-875DBB5FB249}" destId="{B611D2E2-F4E1-499D-9E17-ACB705241C91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F2E1F9B-6590-44CC-9C09-B98D05CB0DFB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633EFD5-81C9-4AAD-B615-D21A6E3675D7}">
      <dgm:prSet/>
      <dgm:spPr/>
      <dgm:t>
        <a:bodyPr/>
        <a:lstStyle/>
        <a:p>
          <a:r>
            <a:rPr lang="en-US"/>
            <a:t>• Ester, M., Kriegel, H.-P., Sander, J., &amp; Xu, X. (1996). A density-based algorithm for discovering clusters in large spatial databases with noise. Proceedings of KDD-96, 226–231.</a:t>
          </a:r>
        </a:p>
      </dgm:t>
    </dgm:pt>
    <dgm:pt modelId="{CB5CA314-9375-4BC2-BFF7-FAEAAB03C017}" type="parTrans" cxnId="{307AD9DF-29DC-4379-84F1-A538D0ACEB55}">
      <dgm:prSet/>
      <dgm:spPr/>
      <dgm:t>
        <a:bodyPr/>
        <a:lstStyle/>
        <a:p>
          <a:endParaRPr lang="en-US"/>
        </a:p>
      </dgm:t>
    </dgm:pt>
    <dgm:pt modelId="{1FBF234B-1EB8-4E39-BEBD-72CE7B89C444}" type="sibTrans" cxnId="{307AD9DF-29DC-4379-84F1-A538D0ACEB55}">
      <dgm:prSet/>
      <dgm:spPr/>
      <dgm:t>
        <a:bodyPr/>
        <a:lstStyle/>
        <a:p>
          <a:endParaRPr lang="en-US"/>
        </a:p>
      </dgm:t>
    </dgm:pt>
    <dgm:pt modelId="{A0DE9587-E882-4333-AFC4-CDC2A66A28EC}">
      <dgm:prSet/>
      <dgm:spPr/>
      <dgm:t>
        <a:bodyPr/>
        <a:lstStyle/>
        <a:p>
          <a:r>
            <a:rPr lang="en-US"/>
            <a:t>• Sander, J., Ester, M., Kriegel, H.-P., &amp; Xu, X. (1998). Density-Based Clustering in Spatial Databases: The Algorithm GDBSCAN and Its Applications. Data Mining and Knowledge Discovery, 2(2), 169–194.</a:t>
          </a:r>
        </a:p>
      </dgm:t>
    </dgm:pt>
    <dgm:pt modelId="{E7D4DDA8-3B51-437D-86EC-301D30C07BCC}" type="parTrans" cxnId="{75CDA2F7-1D79-4D26-BB17-4C409CA6BF0D}">
      <dgm:prSet/>
      <dgm:spPr/>
      <dgm:t>
        <a:bodyPr/>
        <a:lstStyle/>
        <a:p>
          <a:endParaRPr lang="en-US"/>
        </a:p>
      </dgm:t>
    </dgm:pt>
    <dgm:pt modelId="{783037F1-7FFB-4703-B2F5-6DFB8A279E77}" type="sibTrans" cxnId="{75CDA2F7-1D79-4D26-BB17-4C409CA6BF0D}">
      <dgm:prSet/>
      <dgm:spPr/>
      <dgm:t>
        <a:bodyPr/>
        <a:lstStyle/>
        <a:p>
          <a:endParaRPr lang="en-US"/>
        </a:p>
      </dgm:t>
    </dgm:pt>
    <dgm:pt modelId="{CF2124DB-A96F-48E7-ADDE-6ADA870F1370}" type="pres">
      <dgm:prSet presAssocID="{5F2E1F9B-6590-44CC-9C09-B98D05CB0DFB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3DB7548-E171-4483-956C-94B1A43E4827}" type="pres">
      <dgm:prSet presAssocID="{D633EFD5-81C9-4AAD-B615-D21A6E3675D7}" presName="hierRoot1" presStyleCnt="0"/>
      <dgm:spPr/>
    </dgm:pt>
    <dgm:pt modelId="{92BE8633-67C9-494E-80F8-4C914E69BBB2}" type="pres">
      <dgm:prSet presAssocID="{D633EFD5-81C9-4AAD-B615-D21A6E3675D7}" presName="composite" presStyleCnt="0"/>
      <dgm:spPr/>
    </dgm:pt>
    <dgm:pt modelId="{45D55644-9092-4262-ABA0-94DF8D67A953}" type="pres">
      <dgm:prSet presAssocID="{D633EFD5-81C9-4AAD-B615-D21A6E3675D7}" presName="background" presStyleLbl="node0" presStyleIdx="0" presStyleCnt="2"/>
      <dgm:spPr/>
    </dgm:pt>
    <dgm:pt modelId="{761FA458-E073-49B4-9806-E12C65903BD1}" type="pres">
      <dgm:prSet presAssocID="{D633EFD5-81C9-4AAD-B615-D21A6E3675D7}" presName="text" presStyleLbl="fgAcc0" presStyleIdx="0" presStyleCnt="2">
        <dgm:presLayoutVars>
          <dgm:chPref val="3"/>
        </dgm:presLayoutVars>
      </dgm:prSet>
      <dgm:spPr/>
    </dgm:pt>
    <dgm:pt modelId="{922E4C99-BFC8-4130-A632-7E06CAB68742}" type="pres">
      <dgm:prSet presAssocID="{D633EFD5-81C9-4AAD-B615-D21A6E3675D7}" presName="hierChild2" presStyleCnt="0"/>
      <dgm:spPr/>
    </dgm:pt>
    <dgm:pt modelId="{C663D08E-C010-4539-87CF-21E702CBFB97}" type="pres">
      <dgm:prSet presAssocID="{A0DE9587-E882-4333-AFC4-CDC2A66A28EC}" presName="hierRoot1" presStyleCnt="0"/>
      <dgm:spPr/>
    </dgm:pt>
    <dgm:pt modelId="{A7E1B25C-B6E9-4CC2-998F-EB10F753CB0A}" type="pres">
      <dgm:prSet presAssocID="{A0DE9587-E882-4333-AFC4-CDC2A66A28EC}" presName="composite" presStyleCnt="0"/>
      <dgm:spPr/>
    </dgm:pt>
    <dgm:pt modelId="{D604FB85-0E96-47A1-A77D-9464983632AE}" type="pres">
      <dgm:prSet presAssocID="{A0DE9587-E882-4333-AFC4-CDC2A66A28EC}" presName="background" presStyleLbl="node0" presStyleIdx="1" presStyleCnt="2"/>
      <dgm:spPr/>
    </dgm:pt>
    <dgm:pt modelId="{588953EE-2F1F-486F-8253-7082EE356020}" type="pres">
      <dgm:prSet presAssocID="{A0DE9587-E882-4333-AFC4-CDC2A66A28EC}" presName="text" presStyleLbl="fgAcc0" presStyleIdx="1" presStyleCnt="2">
        <dgm:presLayoutVars>
          <dgm:chPref val="3"/>
        </dgm:presLayoutVars>
      </dgm:prSet>
      <dgm:spPr/>
    </dgm:pt>
    <dgm:pt modelId="{F334AF0A-B816-40BA-903C-FCED68EA0F9C}" type="pres">
      <dgm:prSet presAssocID="{A0DE9587-E882-4333-AFC4-CDC2A66A28EC}" presName="hierChild2" presStyleCnt="0"/>
      <dgm:spPr/>
    </dgm:pt>
  </dgm:ptLst>
  <dgm:cxnLst>
    <dgm:cxn modelId="{4A7E6F33-6BC6-40F2-AC3C-A5C2855B78DE}" type="presOf" srcId="{A0DE9587-E882-4333-AFC4-CDC2A66A28EC}" destId="{588953EE-2F1F-486F-8253-7082EE356020}" srcOrd="0" destOrd="0" presId="urn:microsoft.com/office/officeart/2005/8/layout/hierarchy1"/>
    <dgm:cxn modelId="{442BE27F-0D26-4B6F-A017-9DBA7548BDA6}" type="presOf" srcId="{5F2E1F9B-6590-44CC-9C09-B98D05CB0DFB}" destId="{CF2124DB-A96F-48E7-ADDE-6ADA870F1370}" srcOrd="0" destOrd="0" presId="urn:microsoft.com/office/officeart/2005/8/layout/hierarchy1"/>
    <dgm:cxn modelId="{3FAC63DF-1C3A-4E57-8468-0F0C0D35F2D2}" type="presOf" srcId="{D633EFD5-81C9-4AAD-B615-D21A6E3675D7}" destId="{761FA458-E073-49B4-9806-E12C65903BD1}" srcOrd="0" destOrd="0" presId="urn:microsoft.com/office/officeart/2005/8/layout/hierarchy1"/>
    <dgm:cxn modelId="{307AD9DF-29DC-4379-84F1-A538D0ACEB55}" srcId="{5F2E1F9B-6590-44CC-9C09-B98D05CB0DFB}" destId="{D633EFD5-81C9-4AAD-B615-D21A6E3675D7}" srcOrd="0" destOrd="0" parTransId="{CB5CA314-9375-4BC2-BFF7-FAEAAB03C017}" sibTransId="{1FBF234B-1EB8-4E39-BEBD-72CE7B89C444}"/>
    <dgm:cxn modelId="{75CDA2F7-1D79-4D26-BB17-4C409CA6BF0D}" srcId="{5F2E1F9B-6590-44CC-9C09-B98D05CB0DFB}" destId="{A0DE9587-E882-4333-AFC4-CDC2A66A28EC}" srcOrd="1" destOrd="0" parTransId="{E7D4DDA8-3B51-437D-86EC-301D30C07BCC}" sibTransId="{783037F1-7FFB-4703-B2F5-6DFB8A279E77}"/>
    <dgm:cxn modelId="{D5AAE013-0D38-4CDB-8C9E-E49F71CC55C4}" type="presParOf" srcId="{CF2124DB-A96F-48E7-ADDE-6ADA870F1370}" destId="{E3DB7548-E171-4483-956C-94B1A43E4827}" srcOrd="0" destOrd="0" presId="urn:microsoft.com/office/officeart/2005/8/layout/hierarchy1"/>
    <dgm:cxn modelId="{001D5745-FE44-444B-9229-3AFE0989ACAF}" type="presParOf" srcId="{E3DB7548-E171-4483-956C-94B1A43E4827}" destId="{92BE8633-67C9-494E-80F8-4C914E69BBB2}" srcOrd="0" destOrd="0" presId="urn:microsoft.com/office/officeart/2005/8/layout/hierarchy1"/>
    <dgm:cxn modelId="{D70DE1CE-2222-4F2F-B665-7A0C183AC6F8}" type="presParOf" srcId="{92BE8633-67C9-494E-80F8-4C914E69BBB2}" destId="{45D55644-9092-4262-ABA0-94DF8D67A953}" srcOrd="0" destOrd="0" presId="urn:microsoft.com/office/officeart/2005/8/layout/hierarchy1"/>
    <dgm:cxn modelId="{44DE11EE-949B-43F7-9E64-6822E0C4A3B1}" type="presParOf" srcId="{92BE8633-67C9-494E-80F8-4C914E69BBB2}" destId="{761FA458-E073-49B4-9806-E12C65903BD1}" srcOrd="1" destOrd="0" presId="urn:microsoft.com/office/officeart/2005/8/layout/hierarchy1"/>
    <dgm:cxn modelId="{3BEDAF11-538A-46EB-809D-22BA262DC6EC}" type="presParOf" srcId="{E3DB7548-E171-4483-956C-94B1A43E4827}" destId="{922E4C99-BFC8-4130-A632-7E06CAB68742}" srcOrd="1" destOrd="0" presId="urn:microsoft.com/office/officeart/2005/8/layout/hierarchy1"/>
    <dgm:cxn modelId="{8A330DBD-70B6-4558-ADF4-6DF8A1FE5A46}" type="presParOf" srcId="{CF2124DB-A96F-48E7-ADDE-6ADA870F1370}" destId="{C663D08E-C010-4539-87CF-21E702CBFB97}" srcOrd="1" destOrd="0" presId="urn:microsoft.com/office/officeart/2005/8/layout/hierarchy1"/>
    <dgm:cxn modelId="{E2B301D7-229E-43D9-894F-C4ABF494ADB0}" type="presParOf" srcId="{C663D08E-C010-4539-87CF-21E702CBFB97}" destId="{A7E1B25C-B6E9-4CC2-998F-EB10F753CB0A}" srcOrd="0" destOrd="0" presId="urn:microsoft.com/office/officeart/2005/8/layout/hierarchy1"/>
    <dgm:cxn modelId="{7303EC31-93E4-4BB0-A1D4-305F6FDA8649}" type="presParOf" srcId="{A7E1B25C-B6E9-4CC2-998F-EB10F753CB0A}" destId="{D604FB85-0E96-47A1-A77D-9464983632AE}" srcOrd="0" destOrd="0" presId="urn:microsoft.com/office/officeart/2005/8/layout/hierarchy1"/>
    <dgm:cxn modelId="{1964B374-A617-4EDC-86A9-60DC97BE7351}" type="presParOf" srcId="{A7E1B25C-B6E9-4CC2-998F-EB10F753CB0A}" destId="{588953EE-2F1F-486F-8253-7082EE356020}" srcOrd="1" destOrd="0" presId="urn:microsoft.com/office/officeart/2005/8/layout/hierarchy1"/>
    <dgm:cxn modelId="{6A0DBE8A-3FF5-4A93-8CE4-1042E9544555}" type="presParOf" srcId="{C663D08E-C010-4539-87CF-21E702CBFB97}" destId="{F334AF0A-B816-40BA-903C-FCED68EA0F9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962453-8A0F-469B-B3B2-DBF7F4272396}">
      <dsp:nvSpPr>
        <dsp:cNvPr id="0" name=""/>
        <dsp:cNvSpPr/>
      </dsp:nvSpPr>
      <dsp:spPr>
        <a:xfrm>
          <a:off x="0" y="4163276"/>
          <a:ext cx="4718785" cy="136648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 cluster C se define como el conjunto máximo de puntos densidad-conectados.</a:t>
          </a:r>
        </a:p>
      </dsp:txBody>
      <dsp:txXfrm>
        <a:off x="0" y="4163276"/>
        <a:ext cx="4718785" cy="1366480"/>
      </dsp:txXfrm>
    </dsp:sp>
    <dsp:sp modelId="{0E0104B4-3073-42CB-86EC-CD69405DDB53}">
      <dsp:nvSpPr>
        <dsp:cNvPr id="0" name=""/>
        <dsp:cNvSpPr/>
      </dsp:nvSpPr>
      <dsp:spPr>
        <a:xfrm rot="10800000">
          <a:off x="0" y="2082127"/>
          <a:ext cx="4718785" cy="2101646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Densidad conectada: dos puntos p y q son densidad-conectados si existe un punto o desde el cual ambos son densidad-alcanzables.</a:t>
          </a:r>
        </a:p>
      </dsp:txBody>
      <dsp:txXfrm rot="10800000">
        <a:off x="0" y="2082127"/>
        <a:ext cx="4718785" cy="1365587"/>
      </dsp:txXfrm>
    </dsp:sp>
    <dsp:sp modelId="{4CBDAC7C-E515-46FC-90EE-3C443DBB9125}">
      <dsp:nvSpPr>
        <dsp:cNvPr id="0" name=""/>
        <dsp:cNvSpPr/>
      </dsp:nvSpPr>
      <dsp:spPr>
        <a:xfrm rot="10800000">
          <a:off x="0" y="977"/>
          <a:ext cx="4718785" cy="2101646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Densidad alcanzable: un punto q es alcanzable desde p si existe una cadena de puntos núcleo p₁, p₂, …, pₙ con p₁ = p y pₙ = q tales que cada pᵢ₊₁ pertenece a Nε(pᵢ).</a:t>
          </a:r>
        </a:p>
      </dsp:txBody>
      <dsp:txXfrm rot="10800000">
        <a:off x="0" y="977"/>
        <a:ext cx="4718785" cy="136558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253C6-0741-4336-9C86-B9C03BEC4FA0}">
      <dsp:nvSpPr>
        <dsp:cNvPr id="0" name=""/>
        <dsp:cNvSpPr/>
      </dsp:nvSpPr>
      <dsp:spPr>
        <a:xfrm>
          <a:off x="0" y="97204"/>
          <a:ext cx="4718785" cy="174037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ε (radio de vecindad): </a:t>
          </a:r>
          <a:r>
            <a:rPr lang="en-US" sz="2000" kern="1200" dirty="0" err="1"/>
            <a:t>determina</a:t>
          </a:r>
          <a:r>
            <a:rPr lang="en-US" sz="2000" kern="1200" dirty="0"/>
            <a:t> </a:t>
          </a:r>
          <a:r>
            <a:rPr lang="en-US" sz="2000" kern="1200" dirty="0" err="1"/>
            <a:t>el</a:t>
          </a:r>
          <a:r>
            <a:rPr lang="en-US" sz="2000" kern="1200" dirty="0"/>
            <a:t> </a:t>
          </a:r>
          <a:r>
            <a:rPr lang="en-US" sz="2000" kern="1200" dirty="0" err="1"/>
            <a:t>tamaño</a:t>
          </a:r>
          <a:r>
            <a:rPr lang="en-US" sz="2000" kern="1200" dirty="0"/>
            <a:t> de la </a:t>
          </a:r>
          <a:r>
            <a:rPr lang="en-US" sz="2000" kern="1200" dirty="0" err="1"/>
            <a:t>región</a:t>
          </a:r>
          <a:r>
            <a:rPr lang="en-US" sz="2000" kern="1200" dirty="0"/>
            <a:t> local </a:t>
          </a:r>
          <a:r>
            <a:rPr lang="en-US" sz="2000" kern="1200" dirty="0" err="1"/>
            <a:t>alrededor</a:t>
          </a:r>
          <a:r>
            <a:rPr lang="en-US" sz="2000" kern="1200" dirty="0"/>
            <a:t> de un punto.</a:t>
          </a:r>
        </a:p>
      </dsp:txBody>
      <dsp:txXfrm>
        <a:off x="84958" y="182162"/>
        <a:ext cx="4548869" cy="1570459"/>
      </dsp:txXfrm>
    </dsp:sp>
    <dsp:sp modelId="{B67D15D3-8401-40BE-9473-91ED0082575F}">
      <dsp:nvSpPr>
        <dsp:cNvPr id="0" name=""/>
        <dsp:cNvSpPr/>
      </dsp:nvSpPr>
      <dsp:spPr>
        <a:xfrm>
          <a:off x="0" y="1895180"/>
          <a:ext cx="4718785" cy="1740375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 err="1"/>
            <a:t>MinPts</a:t>
          </a:r>
          <a:r>
            <a:rPr lang="en-US" sz="2000" kern="1200" dirty="0"/>
            <a:t>: </a:t>
          </a:r>
          <a:r>
            <a:rPr lang="en-US" sz="2000" kern="1200" dirty="0" err="1"/>
            <a:t>número</a:t>
          </a:r>
          <a:r>
            <a:rPr lang="en-US" sz="2000" kern="1200" dirty="0"/>
            <a:t> </a:t>
          </a:r>
          <a:r>
            <a:rPr lang="en-US" sz="2000" kern="1200" dirty="0" err="1"/>
            <a:t>mínimo</a:t>
          </a:r>
          <a:r>
            <a:rPr lang="en-US" sz="2000" kern="1200" dirty="0"/>
            <a:t> de puntos </a:t>
          </a:r>
          <a:r>
            <a:rPr lang="en-US" sz="2000" kern="1200" dirty="0" err="1"/>
            <a:t>necesarios</a:t>
          </a:r>
          <a:r>
            <a:rPr lang="en-US" sz="2000" kern="1200" dirty="0"/>
            <a:t> para </a:t>
          </a:r>
          <a:r>
            <a:rPr lang="en-US" sz="2000" kern="1200" dirty="0" err="1"/>
            <a:t>formar</a:t>
          </a:r>
          <a:r>
            <a:rPr lang="en-US" sz="2000" kern="1200" dirty="0"/>
            <a:t> </a:t>
          </a:r>
          <a:r>
            <a:rPr lang="en-US" sz="2000" kern="1200" dirty="0" err="1"/>
            <a:t>una</a:t>
          </a:r>
          <a:r>
            <a:rPr lang="en-US" sz="2000" kern="1200" dirty="0"/>
            <a:t> </a:t>
          </a:r>
          <a:r>
            <a:rPr lang="en-US" sz="2000" kern="1200" dirty="0" err="1"/>
            <a:t>región</a:t>
          </a:r>
          <a:r>
            <a:rPr lang="en-US" sz="2000" kern="1200" dirty="0"/>
            <a:t> </a:t>
          </a:r>
          <a:r>
            <a:rPr lang="en-US" sz="2000" kern="1200" dirty="0" err="1"/>
            <a:t>densa</a:t>
          </a:r>
          <a:r>
            <a:rPr lang="en-US" sz="2000" kern="1200" dirty="0"/>
            <a:t>.</a:t>
          </a:r>
        </a:p>
      </dsp:txBody>
      <dsp:txXfrm>
        <a:off x="84958" y="1980138"/>
        <a:ext cx="4548869" cy="1570459"/>
      </dsp:txXfrm>
    </dsp:sp>
    <dsp:sp modelId="{830A9CE5-53E7-4CD1-81E0-4BDBE1F9C9CB}">
      <dsp:nvSpPr>
        <dsp:cNvPr id="0" name=""/>
        <dsp:cNvSpPr/>
      </dsp:nvSpPr>
      <dsp:spPr>
        <a:xfrm>
          <a:off x="0" y="3693155"/>
          <a:ext cx="4718785" cy="1740375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La elección de ε se basa típicamente en el 'K-distance plot', observando el punto de inflexión donde la distancia al k-ésimo vecino comienza a aumentar abruptamente.</a:t>
          </a:r>
        </a:p>
      </dsp:txBody>
      <dsp:txXfrm>
        <a:off x="84958" y="3778113"/>
        <a:ext cx="4548869" cy="15704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3D877A-E62B-47C5-8B10-4D9A479260E7}">
      <dsp:nvSpPr>
        <dsp:cNvPr id="0" name=""/>
        <dsp:cNvSpPr/>
      </dsp:nvSpPr>
      <dsp:spPr>
        <a:xfrm>
          <a:off x="399893" y="1279479"/>
          <a:ext cx="646259" cy="64625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3F5497-CF5A-49E3-B11A-47BD9233BE5E}">
      <dsp:nvSpPr>
        <dsp:cNvPr id="0" name=""/>
        <dsp:cNvSpPr/>
      </dsp:nvSpPr>
      <dsp:spPr>
        <a:xfrm>
          <a:off x="4956" y="2177307"/>
          <a:ext cx="1436132" cy="736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Variables clave:</a:t>
          </a:r>
        </a:p>
      </dsp:txBody>
      <dsp:txXfrm>
        <a:off x="4956" y="2177307"/>
        <a:ext cx="1436132" cy="736018"/>
      </dsp:txXfrm>
    </dsp:sp>
    <dsp:sp modelId="{856FAEF1-05CD-46D4-ABE6-EBC96BDB767E}">
      <dsp:nvSpPr>
        <dsp:cNvPr id="0" name=""/>
        <dsp:cNvSpPr/>
      </dsp:nvSpPr>
      <dsp:spPr>
        <a:xfrm>
          <a:off x="2087349" y="1279479"/>
          <a:ext cx="646259" cy="64625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8B28474-2120-4CBA-A308-F58968EC6561}">
      <dsp:nvSpPr>
        <dsp:cNvPr id="0" name=""/>
        <dsp:cNvSpPr/>
      </dsp:nvSpPr>
      <dsp:spPr>
        <a:xfrm>
          <a:off x="1692413" y="2177307"/>
          <a:ext cx="1436132" cy="736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MontoAdjudicado</a:t>
          </a:r>
          <a:r>
            <a:rPr lang="en-US" sz="1100" kern="1200" dirty="0"/>
            <a:t> (</a:t>
          </a:r>
          <a:r>
            <a:rPr lang="en-US" sz="1100" kern="1200" dirty="0" err="1"/>
            <a:t>transformado</a:t>
          </a:r>
          <a:r>
            <a:rPr lang="en-US" sz="1100" kern="1200" dirty="0"/>
            <a:t> </a:t>
          </a:r>
          <a:r>
            <a:rPr lang="en-US" sz="1100" kern="1200" dirty="0" err="1"/>
            <a:t>mediante</a:t>
          </a:r>
          <a:r>
            <a:rPr lang="en-US" sz="1100" kern="1200" dirty="0"/>
            <a:t> </a:t>
          </a:r>
          <a:r>
            <a:rPr lang="en-US" sz="1100" kern="1200" dirty="0" err="1"/>
            <a:t>logaritmo</a:t>
          </a:r>
          <a:r>
            <a:rPr lang="en-US" sz="1100" kern="1200" dirty="0"/>
            <a:t> para </a:t>
          </a:r>
          <a:r>
            <a:rPr lang="en-US" sz="1100" kern="1200" dirty="0" err="1"/>
            <a:t>corregir</a:t>
          </a:r>
          <a:r>
            <a:rPr lang="en-US" sz="1100" kern="1200" dirty="0"/>
            <a:t> </a:t>
          </a:r>
          <a:r>
            <a:rPr lang="en-US" sz="1100" kern="1200" dirty="0" err="1"/>
            <a:t>sesgo</a:t>
          </a:r>
          <a:r>
            <a:rPr lang="en-US" sz="1100" kern="1200" dirty="0"/>
            <a:t>).</a:t>
          </a:r>
        </a:p>
      </dsp:txBody>
      <dsp:txXfrm>
        <a:off x="1692413" y="2177307"/>
        <a:ext cx="1436132" cy="736018"/>
      </dsp:txXfrm>
    </dsp:sp>
    <dsp:sp modelId="{32F9E54B-2497-4BB7-A935-6401AD82F307}">
      <dsp:nvSpPr>
        <dsp:cNvPr id="0" name=""/>
        <dsp:cNvSpPr/>
      </dsp:nvSpPr>
      <dsp:spPr>
        <a:xfrm>
          <a:off x="3774805" y="1279479"/>
          <a:ext cx="646259" cy="64625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AD90E5-CED8-47CF-895B-DE9C9F892823}">
      <dsp:nvSpPr>
        <dsp:cNvPr id="0" name=""/>
        <dsp:cNvSpPr/>
      </dsp:nvSpPr>
      <dsp:spPr>
        <a:xfrm>
          <a:off x="3379869" y="2177307"/>
          <a:ext cx="1436132" cy="736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NumParticipantes</a:t>
          </a:r>
          <a:r>
            <a:rPr lang="en-US" sz="1100" kern="1200" dirty="0"/>
            <a:t> y </a:t>
          </a:r>
          <a:r>
            <a:rPr lang="en-US" sz="1100" kern="1200" dirty="0" err="1"/>
            <a:t>Proceso_dias</a:t>
          </a:r>
          <a:r>
            <a:rPr lang="en-US" sz="1100" kern="1200" dirty="0"/>
            <a:t> (</a:t>
          </a:r>
          <a:r>
            <a:rPr lang="en-US" sz="1100" kern="1200" dirty="0" err="1"/>
            <a:t>competitividad</a:t>
          </a:r>
          <a:r>
            <a:rPr lang="en-US" sz="1100" kern="1200" dirty="0"/>
            <a:t> y </a:t>
          </a:r>
          <a:r>
            <a:rPr lang="en-US" sz="1100" kern="1200" dirty="0" err="1"/>
            <a:t>duración</a:t>
          </a:r>
          <a:r>
            <a:rPr lang="en-US" sz="1100" kern="1200" dirty="0"/>
            <a:t> del </a:t>
          </a:r>
          <a:r>
            <a:rPr lang="en-US" sz="1100" kern="1200" dirty="0" err="1"/>
            <a:t>proceso</a:t>
          </a:r>
          <a:r>
            <a:rPr lang="en-US" sz="1100" kern="1200" dirty="0"/>
            <a:t>).</a:t>
          </a:r>
        </a:p>
      </dsp:txBody>
      <dsp:txXfrm>
        <a:off x="3379869" y="2177307"/>
        <a:ext cx="1436132" cy="736018"/>
      </dsp:txXfrm>
    </dsp:sp>
    <dsp:sp modelId="{5CC4B6E9-63FB-4897-B689-ADF313999427}">
      <dsp:nvSpPr>
        <dsp:cNvPr id="0" name=""/>
        <dsp:cNvSpPr/>
      </dsp:nvSpPr>
      <dsp:spPr>
        <a:xfrm>
          <a:off x="5462261" y="1279479"/>
          <a:ext cx="646259" cy="64625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03CED3-A20F-4FD6-8F32-CEF1075C0E7C}">
      <dsp:nvSpPr>
        <dsp:cNvPr id="0" name=""/>
        <dsp:cNvSpPr/>
      </dsp:nvSpPr>
      <dsp:spPr>
        <a:xfrm>
          <a:off x="5067325" y="2177307"/>
          <a:ext cx="1436132" cy="736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 err="1"/>
            <a:t>FreqTratoDirecto</a:t>
          </a:r>
          <a:r>
            <a:rPr lang="en-US" sz="1100" kern="1200" dirty="0"/>
            <a:t> y </a:t>
          </a:r>
          <a:r>
            <a:rPr lang="en-US" sz="1100" kern="1200" dirty="0" err="1"/>
            <a:t>FreqAdjudProc</a:t>
          </a:r>
          <a:r>
            <a:rPr lang="en-US" sz="1100" kern="1200" dirty="0"/>
            <a:t> (</a:t>
          </a:r>
          <a:r>
            <a:rPr lang="en-US" sz="1100" kern="1200" dirty="0" err="1"/>
            <a:t>indicadores</a:t>
          </a:r>
          <a:r>
            <a:rPr lang="en-US" sz="1100" kern="1200" dirty="0"/>
            <a:t> de </a:t>
          </a:r>
          <a:r>
            <a:rPr lang="en-US" sz="1100" kern="1200" dirty="0" err="1"/>
            <a:t>riesgo</a:t>
          </a:r>
          <a:r>
            <a:rPr lang="en-US" sz="1100" kern="1200" dirty="0"/>
            <a:t> de </a:t>
          </a:r>
          <a:r>
            <a:rPr lang="en-US" sz="1100" kern="1200" dirty="0" err="1"/>
            <a:t>concentración</a:t>
          </a:r>
          <a:r>
            <a:rPr lang="en-US" sz="1100" kern="1200" dirty="0"/>
            <a:t> o </a:t>
          </a:r>
          <a:r>
            <a:rPr lang="en-US" sz="1100" kern="1200" dirty="0" err="1"/>
            <a:t>trato</a:t>
          </a:r>
          <a:r>
            <a:rPr lang="en-US" sz="1100" kern="1200" dirty="0"/>
            <a:t> </a:t>
          </a:r>
          <a:r>
            <a:rPr lang="en-US" sz="1100" kern="1200" dirty="0" err="1"/>
            <a:t>preferente</a:t>
          </a:r>
          <a:r>
            <a:rPr lang="en-US" sz="1100" kern="1200" dirty="0"/>
            <a:t>).</a:t>
          </a:r>
        </a:p>
      </dsp:txBody>
      <dsp:txXfrm>
        <a:off x="5067325" y="2177307"/>
        <a:ext cx="1436132" cy="736018"/>
      </dsp:txXfrm>
    </dsp:sp>
    <dsp:sp modelId="{B96EB9C8-C045-4632-8D9D-010BB45DD294}">
      <dsp:nvSpPr>
        <dsp:cNvPr id="0" name=""/>
        <dsp:cNvSpPr/>
      </dsp:nvSpPr>
      <dsp:spPr>
        <a:xfrm>
          <a:off x="7149717" y="1279479"/>
          <a:ext cx="646259" cy="64625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8A8BB1-664C-4A5A-A702-806C583991DE}">
      <dsp:nvSpPr>
        <dsp:cNvPr id="0" name=""/>
        <dsp:cNvSpPr/>
      </dsp:nvSpPr>
      <dsp:spPr>
        <a:xfrm>
          <a:off x="6754781" y="2177307"/>
          <a:ext cx="1436132" cy="73601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Interpretación: puntos con alta frecuencia de trato directo y montos atípicamente altos aparecen como ruido (cluster = -1), potencialmente asociados a irregularidades.</a:t>
          </a:r>
        </a:p>
      </dsp:txBody>
      <dsp:txXfrm>
        <a:off x="6754781" y="2177307"/>
        <a:ext cx="1436132" cy="7360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C8DC52-8D8A-4E23-9A82-5539500FE643}">
      <dsp:nvSpPr>
        <dsp:cNvPr id="0" name=""/>
        <dsp:cNvSpPr/>
      </dsp:nvSpPr>
      <dsp:spPr>
        <a:xfrm>
          <a:off x="0" y="274819"/>
          <a:ext cx="4727796" cy="24710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Los resultados pueden visualizarse en un diagrama de dispersión (LogMonto vs. NumParticipantes) coloreado por cluster. Los puntos clasificados como -1 indican observaciones anómalas.</a:t>
          </a:r>
        </a:p>
      </dsp:txBody>
      <dsp:txXfrm>
        <a:off x="120626" y="395445"/>
        <a:ext cx="4486544" cy="2229787"/>
      </dsp:txXfrm>
    </dsp:sp>
    <dsp:sp modelId="{B611D2E2-F4E1-499D-9E17-ACB705241C91}">
      <dsp:nvSpPr>
        <dsp:cNvPr id="0" name=""/>
        <dsp:cNvSpPr/>
      </dsp:nvSpPr>
      <dsp:spPr>
        <a:xfrm>
          <a:off x="0" y="2814979"/>
          <a:ext cx="4727796" cy="2471039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El gráfico K-distance complementa el análisis permitiendo determinar visualmente el valor óptimo de ε.</a:t>
          </a:r>
        </a:p>
      </dsp:txBody>
      <dsp:txXfrm>
        <a:off x="120626" y="2935605"/>
        <a:ext cx="4486544" cy="222978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5D55644-9092-4262-ABA0-94DF8D67A953}">
      <dsp:nvSpPr>
        <dsp:cNvPr id="0" name=""/>
        <dsp:cNvSpPr/>
      </dsp:nvSpPr>
      <dsp:spPr>
        <a:xfrm>
          <a:off x="1000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1FA458-E073-49B4-9806-E12C65903BD1}">
      <dsp:nvSpPr>
        <dsp:cNvPr id="0" name=""/>
        <dsp:cNvSpPr/>
      </dsp:nvSpPr>
      <dsp:spPr>
        <a:xfrm>
          <a:off x="391184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Ester, M., Kriegel, H.-P., Sander, J., &amp; Xu, X. (1996). A density-based algorithm for discovering clusters in large spatial databases with noise. Proceedings of KDD-96, 226–231.</a:t>
          </a:r>
        </a:p>
      </dsp:txBody>
      <dsp:txXfrm>
        <a:off x="456496" y="980400"/>
        <a:ext cx="3381034" cy="2099279"/>
      </dsp:txXfrm>
    </dsp:sp>
    <dsp:sp modelId="{D604FB85-0E96-47A1-A77D-9464983632AE}">
      <dsp:nvSpPr>
        <dsp:cNvPr id="0" name=""/>
        <dsp:cNvSpPr/>
      </dsp:nvSpPr>
      <dsp:spPr>
        <a:xfrm>
          <a:off x="4293027" y="544413"/>
          <a:ext cx="3511658" cy="222990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953EE-2F1F-486F-8253-7082EE356020}">
      <dsp:nvSpPr>
        <dsp:cNvPr id="0" name=""/>
        <dsp:cNvSpPr/>
      </dsp:nvSpPr>
      <dsp:spPr>
        <a:xfrm>
          <a:off x="4683211" y="915088"/>
          <a:ext cx="3511658" cy="222990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Sander, J., Ester, M., Kriegel, H.-P., &amp; Xu, X. (1998). Density-Based Clustering in Spatial Databases: The Algorithm GDBSCAN and Its Applications. Data Mining and Knowledge Discovery, 2(2), 169–194.</a:t>
          </a:r>
        </a:p>
      </dsp:txBody>
      <dsp:txXfrm>
        <a:off x="4748523" y="980400"/>
        <a:ext cx="3381034" cy="20992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A606D-BE9D-41A7-AF32-3CC2618FF9AA}" type="datetimeFigureOut">
              <a:rPr lang="fr-CA" smtClean="0"/>
              <a:t>2026-03-11</a:t>
            </a:fld>
            <a:endParaRPr lang="fr-CA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fr-CA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09E208-FD4E-4A37-B56C-8B94FEAF7A7F}" type="slidenum">
              <a:rPr lang="fr-CA" smtClean="0"/>
              <a:t>‹Nº›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51493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89ED1AA-8684-4D37-B208-8777E1A77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Graphic 33">
            <a:extLst>
              <a:ext uri="{FF2B5EF4-FFF2-40B4-BE49-F238E27FC236}">
                <a16:creationId xmlns:a16="http://schemas.microsoft.com/office/drawing/2014/main" id="{4180E01B-B1F4-437C-807D-1C930718E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3088" y="0"/>
            <a:ext cx="7177823" cy="6858000"/>
          </a:xfrm>
          <a:custGeom>
            <a:avLst/>
            <a:gdLst>
              <a:gd name="connsiteX0" fmla="*/ 7178288 w 7187261"/>
              <a:gd name="connsiteY0" fmla="*/ 2604802 h 5150263"/>
              <a:gd name="connsiteX1" fmla="*/ 7169335 w 7187261"/>
              <a:gd name="connsiteY1" fmla="*/ 2328577 h 5150263"/>
              <a:gd name="connsiteX2" fmla="*/ 7060845 w 7187261"/>
              <a:gd name="connsiteY2" fmla="*/ 1661160 h 5150263"/>
              <a:gd name="connsiteX3" fmla="*/ 6212263 w 7187261"/>
              <a:gd name="connsiteY3" fmla="*/ 243840 h 5150263"/>
              <a:gd name="connsiteX4" fmla="*/ 5953564 w 7187261"/>
              <a:gd name="connsiteY4" fmla="*/ 0 h 5150263"/>
              <a:gd name="connsiteX5" fmla="*/ 1408615 w 7187261"/>
              <a:gd name="connsiteY5" fmla="*/ 0 h 5150263"/>
              <a:gd name="connsiteX6" fmla="*/ 805111 w 7187261"/>
              <a:gd name="connsiteY6" fmla="*/ 676275 h 5150263"/>
              <a:gd name="connsiteX7" fmla="*/ 104928 w 7187261"/>
              <a:gd name="connsiteY7" fmla="*/ 2183035 h 5150263"/>
              <a:gd name="connsiteX8" fmla="*/ 51588 w 7187261"/>
              <a:gd name="connsiteY8" fmla="*/ 2400014 h 5150263"/>
              <a:gd name="connsiteX9" fmla="*/ 41301 w 7187261"/>
              <a:gd name="connsiteY9" fmla="*/ 2424208 h 5150263"/>
              <a:gd name="connsiteX10" fmla="*/ 119692 w 7187261"/>
              <a:gd name="connsiteY10" fmla="*/ 1834801 h 5150263"/>
              <a:gd name="connsiteX11" fmla="*/ 870071 w 7187261"/>
              <a:gd name="connsiteY11" fmla="*/ 462248 h 5150263"/>
              <a:gd name="connsiteX12" fmla="*/ 1389279 w 7187261"/>
              <a:gd name="connsiteY12" fmla="*/ 476 h 5150263"/>
              <a:gd name="connsiteX13" fmla="*/ 1320223 w 7187261"/>
              <a:gd name="connsiteY13" fmla="*/ 476 h 5150263"/>
              <a:gd name="connsiteX14" fmla="*/ 423158 w 7187261"/>
              <a:gd name="connsiteY14" fmla="*/ 989743 h 5150263"/>
              <a:gd name="connsiteX15" fmla="*/ 25585 w 7187261"/>
              <a:gd name="connsiteY15" fmla="*/ 2113693 h 5150263"/>
              <a:gd name="connsiteX16" fmla="*/ 2344 w 7187261"/>
              <a:gd name="connsiteY16" fmla="*/ 2725865 h 5150263"/>
              <a:gd name="connsiteX17" fmla="*/ 447256 w 7187261"/>
              <a:gd name="connsiteY17" fmla="*/ 4210717 h 5150263"/>
              <a:gd name="connsiteX18" fmla="*/ 1138962 w 7187261"/>
              <a:gd name="connsiteY18" fmla="*/ 4988910 h 5150263"/>
              <a:gd name="connsiteX19" fmla="*/ 1348512 w 7187261"/>
              <a:gd name="connsiteY19" fmla="*/ 5146834 h 5150263"/>
              <a:gd name="connsiteX20" fmla="*/ 1422712 w 7187261"/>
              <a:gd name="connsiteY20" fmla="*/ 5146834 h 5150263"/>
              <a:gd name="connsiteX21" fmla="*/ 480594 w 7187261"/>
              <a:gd name="connsiteY21" fmla="*/ 4187952 h 5150263"/>
              <a:gd name="connsiteX22" fmla="*/ 398679 w 7187261"/>
              <a:gd name="connsiteY22" fmla="*/ 4046125 h 5150263"/>
              <a:gd name="connsiteX23" fmla="*/ 411823 w 7187261"/>
              <a:gd name="connsiteY23" fmla="*/ 4053078 h 5150263"/>
              <a:gd name="connsiteX24" fmla="*/ 1439380 w 7187261"/>
              <a:gd name="connsiteY24" fmla="*/ 5147405 h 5150263"/>
              <a:gd name="connsiteX25" fmla="*/ 5710010 w 7187261"/>
              <a:gd name="connsiteY25" fmla="*/ 5150263 h 5150263"/>
              <a:gd name="connsiteX26" fmla="*/ 5999665 w 7187261"/>
              <a:gd name="connsiteY26" fmla="*/ 4910900 h 5150263"/>
              <a:gd name="connsiteX27" fmla="*/ 6954165 w 7187261"/>
              <a:gd name="connsiteY27" fmla="*/ 3545777 h 5150263"/>
              <a:gd name="connsiteX28" fmla="*/ 7137712 w 7187261"/>
              <a:gd name="connsiteY28" fmla="*/ 2799207 h 5150263"/>
              <a:gd name="connsiteX29" fmla="*/ 7142951 w 7187261"/>
              <a:gd name="connsiteY29" fmla="*/ 2754535 h 5150263"/>
              <a:gd name="connsiteX30" fmla="*/ 7149428 w 7187261"/>
              <a:gd name="connsiteY30" fmla="*/ 2774823 h 5150263"/>
              <a:gd name="connsiteX31" fmla="*/ 7066465 w 7187261"/>
              <a:gd name="connsiteY31" fmla="*/ 3465672 h 5150263"/>
              <a:gd name="connsiteX32" fmla="*/ 6452578 w 7187261"/>
              <a:gd name="connsiteY32" fmla="*/ 4552760 h 5150263"/>
              <a:gd name="connsiteX33" fmla="*/ 5752110 w 7187261"/>
              <a:gd name="connsiteY33" fmla="*/ 5150263 h 5150263"/>
              <a:gd name="connsiteX34" fmla="*/ 5827643 w 7187261"/>
              <a:gd name="connsiteY34" fmla="*/ 5150263 h 5150263"/>
              <a:gd name="connsiteX35" fmla="*/ 6642793 w 7187261"/>
              <a:gd name="connsiteY35" fmla="*/ 4389406 h 5150263"/>
              <a:gd name="connsiteX36" fmla="*/ 7102469 w 7187261"/>
              <a:gd name="connsiteY36" fmla="*/ 3490817 h 5150263"/>
              <a:gd name="connsiteX37" fmla="*/ 7187242 w 7187261"/>
              <a:gd name="connsiteY37" fmla="*/ 2990183 h 5150263"/>
              <a:gd name="connsiteX38" fmla="*/ 7178288 w 7187261"/>
              <a:gd name="connsiteY38" fmla="*/ 2604802 h 5150263"/>
              <a:gd name="connsiteX39" fmla="*/ 6342565 w 7187261"/>
              <a:gd name="connsiteY39" fmla="*/ 441389 h 5150263"/>
              <a:gd name="connsiteX40" fmla="*/ 7126567 w 7187261"/>
              <a:gd name="connsiteY40" fmla="*/ 2355056 h 5150263"/>
              <a:gd name="connsiteX41" fmla="*/ 6342565 w 7187261"/>
              <a:gd name="connsiteY41" fmla="*/ 441389 h 5150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7187261" h="5150263">
                <a:moveTo>
                  <a:pt x="7178288" y="2604802"/>
                </a:moveTo>
                <a:cubicBezTo>
                  <a:pt x="7168763" y="2513076"/>
                  <a:pt x="7174478" y="2420684"/>
                  <a:pt x="7169335" y="2328577"/>
                </a:cubicBezTo>
                <a:cubicBezTo>
                  <a:pt x="7156952" y="2102882"/>
                  <a:pt x="7120586" y="1879149"/>
                  <a:pt x="7060845" y="1661160"/>
                </a:cubicBezTo>
                <a:cubicBezTo>
                  <a:pt x="6910588" y="1121007"/>
                  <a:pt x="6617428" y="631374"/>
                  <a:pt x="6212263" y="243840"/>
                </a:cubicBezTo>
                <a:cubicBezTo>
                  <a:pt x="6126538" y="162496"/>
                  <a:pt x="6040813" y="80201"/>
                  <a:pt x="5953564" y="0"/>
                </a:cubicBezTo>
                <a:lnTo>
                  <a:pt x="1408615" y="0"/>
                </a:lnTo>
                <a:cubicBezTo>
                  <a:pt x="1180967" y="200316"/>
                  <a:pt x="978332" y="427387"/>
                  <a:pt x="805111" y="676275"/>
                </a:cubicBezTo>
                <a:cubicBezTo>
                  <a:pt x="481261" y="1136523"/>
                  <a:pt x="252089" y="1640872"/>
                  <a:pt x="104928" y="2183035"/>
                </a:cubicBezTo>
                <a:cubicBezTo>
                  <a:pt x="85878" y="2254853"/>
                  <a:pt x="69495" y="2327720"/>
                  <a:pt x="51588" y="2400014"/>
                </a:cubicBezTo>
                <a:cubicBezTo>
                  <a:pt x="49683" y="2407634"/>
                  <a:pt x="51588" y="2416969"/>
                  <a:pt x="41301" y="2424208"/>
                </a:cubicBezTo>
                <a:cubicBezTo>
                  <a:pt x="45900" y="2225469"/>
                  <a:pt x="72186" y="2027834"/>
                  <a:pt x="119692" y="1834801"/>
                </a:cubicBezTo>
                <a:cubicBezTo>
                  <a:pt x="247993" y="1310926"/>
                  <a:pt x="506121" y="857726"/>
                  <a:pt x="870071" y="462248"/>
                </a:cubicBezTo>
                <a:cubicBezTo>
                  <a:pt x="1027729" y="291823"/>
                  <a:pt x="1201617" y="137169"/>
                  <a:pt x="1389279" y="476"/>
                </a:cubicBezTo>
                <a:lnTo>
                  <a:pt x="1320223" y="476"/>
                </a:lnTo>
                <a:cubicBezTo>
                  <a:pt x="960844" y="274320"/>
                  <a:pt x="656330" y="599123"/>
                  <a:pt x="423158" y="989743"/>
                </a:cubicBezTo>
                <a:cubicBezTo>
                  <a:pt x="215608" y="1337596"/>
                  <a:pt x="80258" y="1711357"/>
                  <a:pt x="25585" y="2113693"/>
                </a:cubicBezTo>
                <a:cubicBezTo>
                  <a:pt x="-2705" y="2316480"/>
                  <a:pt x="-2228" y="2521077"/>
                  <a:pt x="2344" y="2725865"/>
                </a:cubicBezTo>
                <a:cubicBezTo>
                  <a:pt x="14155" y="3261932"/>
                  <a:pt x="170650" y="3754565"/>
                  <a:pt x="447256" y="4210717"/>
                </a:cubicBezTo>
                <a:cubicBezTo>
                  <a:pt x="629851" y="4511612"/>
                  <a:pt x="866356" y="4767167"/>
                  <a:pt x="1138962" y="4988910"/>
                </a:cubicBezTo>
                <a:cubicBezTo>
                  <a:pt x="1207161" y="5044345"/>
                  <a:pt x="1277008" y="5096990"/>
                  <a:pt x="1348512" y="5146834"/>
                </a:cubicBezTo>
                <a:lnTo>
                  <a:pt x="1422712" y="5146834"/>
                </a:lnTo>
                <a:cubicBezTo>
                  <a:pt x="1043426" y="4892802"/>
                  <a:pt x="724720" y="4577334"/>
                  <a:pt x="480594" y="4187952"/>
                </a:cubicBezTo>
                <a:cubicBezTo>
                  <a:pt x="452019" y="4141851"/>
                  <a:pt x="423444" y="4095179"/>
                  <a:pt x="398679" y="4046125"/>
                </a:cubicBezTo>
                <a:cubicBezTo>
                  <a:pt x="407442" y="4043267"/>
                  <a:pt x="409156" y="4048982"/>
                  <a:pt x="411823" y="4053078"/>
                </a:cubicBezTo>
                <a:cubicBezTo>
                  <a:pt x="683572" y="4484656"/>
                  <a:pt x="1033139" y="4842701"/>
                  <a:pt x="1439380" y="5147405"/>
                </a:cubicBezTo>
                <a:lnTo>
                  <a:pt x="5710010" y="5150263"/>
                </a:lnTo>
                <a:cubicBezTo>
                  <a:pt x="5810594" y="5075482"/>
                  <a:pt x="5907272" y="4995587"/>
                  <a:pt x="5999665" y="4910900"/>
                </a:cubicBezTo>
                <a:cubicBezTo>
                  <a:pt x="6418765" y="4526661"/>
                  <a:pt x="6746901" y="4078129"/>
                  <a:pt x="6954165" y="3545777"/>
                </a:cubicBezTo>
                <a:cubicBezTo>
                  <a:pt x="7048234" y="3306175"/>
                  <a:pt x="7109956" y="3055115"/>
                  <a:pt x="7137712" y="2799207"/>
                </a:cubicBezTo>
                <a:cubicBezTo>
                  <a:pt x="7139236" y="2784920"/>
                  <a:pt x="7141046" y="2770632"/>
                  <a:pt x="7142951" y="2754535"/>
                </a:cubicBezTo>
                <a:cubicBezTo>
                  <a:pt x="7151714" y="2760440"/>
                  <a:pt x="7149237" y="2768441"/>
                  <a:pt x="7149428" y="2774823"/>
                </a:cubicBezTo>
                <a:cubicBezTo>
                  <a:pt x="7156743" y="3007967"/>
                  <a:pt x="7128777" y="3240881"/>
                  <a:pt x="7066465" y="3465672"/>
                </a:cubicBezTo>
                <a:cubicBezTo>
                  <a:pt x="6952165" y="3878580"/>
                  <a:pt x="6737948" y="4235863"/>
                  <a:pt x="6452578" y="4552760"/>
                </a:cubicBezTo>
                <a:cubicBezTo>
                  <a:pt x="6244553" y="4783836"/>
                  <a:pt x="6008809" y="4980242"/>
                  <a:pt x="5752110" y="5150263"/>
                </a:cubicBezTo>
                <a:lnTo>
                  <a:pt x="5827643" y="5150263"/>
                </a:lnTo>
                <a:cubicBezTo>
                  <a:pt x="6136539" y="4938904"/>
                  <a:pt x="6412192" y="4689348"/>
                  <a:pt x="6642793" y="4389406"/>
                </a:cubicBezTo>
                <a:cubicBezTo>
                  <a:pt x="6851295" y="4118324"/>
                  <a:pt x="7009125" y="3820859"/>
                  <a:pt x="7102469" y="3490817"/>
                </a:cubicBezTo>
                <a:cubicBezTo>
                  <a:pt x="7148646" y="3327473"/>
                  <a:pt x="7177069" y="3159624"/>
                  <a:pt x="7187242" y="2990183"/>
                </a:cubicBezTo>
                <a:cubicBezTo>
                  <a:pt x="7187623" y="2984087"/>
                  <a:pt x="7182384" y="2642330"/>
                  <a:pt x="7178288" y="2604802"/>
                </a:cubicBezTo>
                <a:close/>
                <a:moveTo>
                  <a:pt x="6342565" y="441389"/>
                </a:moveTo>
                <a:cubicBezTo>
                  <a:pt x="6829797" y="986533"/>
                  <a:pt x="7091135" y="1624422"/>
                  <a:pt x="7126567" y="2355056"/>
                </a:cubicBezTo>
                <a:cubicBezTo>
                  <a:pt x="7001123" y="1661827"/>
                  <a:pt x="6756426" y="1017365"/>
                  <a:pt x="6342565" y="441389"/>
                </a:cubicBezTo>
                <a:close/>
              </a:path>
            </a:pathLst>
          </a:custGeom>
          <a:solidFill>
            <a:schemeClr val="accent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9037" y="955309"/>
            <a:ext cx="5305926" cy="289897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4800">
                <a:solidFill>
                  <a:srgbClr val="FFFFFF"/>
                </a:solidFill>
              </a:rPr>
              <a:t>Modelo DBSCAN aplicado a Detección de Anomalías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76187" y="4533813"/>
            <a:ext cx="5197641" cy="938463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000">
                <a:solidFill>
                  <a:srgbClr val="FFFFFF"/>
                </a:solidFill>
              </a:rPr>
              <a:t>Profesor Guillermo Yañez – Aplicación a Compras Públicas</a:t>
            </a: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41F77738-2AF0-4750-A0C7-F97C2C1759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980654" y="4173498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04711 w 3182692"/>
              <a:gd name="csY1" fmla="*/ 0 h 18288"/>
              <a:gd name="csX2" fmla="*/ 1241250 w 3182692"/>
              <a:gd name="csY2" fmla="*/ 0 h 18288"/>
              <a:gd name="csX3" fmla="*/ 1909615 w 3182692"/>
              <a:gd name="csY3" fmla="*/ 0 h 18288"/>
              <a:gd name="csX4" fmla="*/ 2577981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482500 w 3182692"/>
              <a:gd name="csY7" fmla="*/ 18288 h 18288"/>
              <a:gd name="csX8" fmla="*/ 1782308 w 3182692"/>
              <a:gd name="csY8" fmla="*/ 18288 h 18288"/>
              <a:gd name="csX9" fmla="*/ 1145769 w 3182692"/>
              <a:gd name="csY9" fmla="*/ 18288 h 18288"/>
              <a:gd name="csX10" fmla="*/ 0 w 3182692"/>
              <a:gd name="csY10" fmla="*/ 18288 h 18288"/>
              <a:gd name="csX11" fmla="*/ 0 w 3182692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Introducción al modelo DBSCAN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05232"/>
            <a:ext cx="8229600" cy="4525963"/>
          </a:xfrm>
        </p:spPr>
        <p:txBody>
          <a:bodyPr>
            <a:normAutofit fontScale="92500" lnSpcReduction="10000"/>
          </a:bodyPr>
          <a:lstStyle/>
          <a:p>
            <a:r>
              <a:rPr dirty="0"/>
              <a:t>El </a:t>
            </a:r>
            <a:r>
              <a:rPr dirty="0" err="1"/>
              <a:t>algoritmo</a:t>
            </a:r>
            <a:r>
              <a:rPr dirty="0"/>
              <a:t> DBSCAN (Density-Based Spatial Clustering of Applications with Noise) </a:t>
            </a:r>
            <a:r>
              <a:rPr dirty="0" err="1"/>
              <a:t>fue</a:t>
            </a:r>
            <a:r>
              <a:rPr dirty="0"/>
              <a:t> </a:t>
            </a:r>
            <a:r>
              <a:rPr dirty="0" err="1"/>
              <a:t>propuesto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Ester, Kriegel, Sander y Xu (1996) para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grupos</a:t>
            </a:r>
            <a:r>
              <a:rPr dirty="0"/>
              <a:t> de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densidad</a:t>
            </a:r>
            <a:r>
              <a:rPr dirty="0"/>
              <a:t> en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, sin </a:t>
            </a:r>
            <a:r>
              <a:rPr dirty="0" err="1"/>
              <a:t>necesidad</a:t>
            </a:r>
            <a:r>
              <a:rPr dirty="0"/>
              <a:t> de </a:t>
            </a:r>
            <a:r>
              <a:rPr dirty="0" err="1"/>
              <a:t>especificar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número</a:t>
            </a:r>
            <a:r>
              <a:rPr dirty="0"/>
              <a:t> de clusters a priori. </a:t>
            </a:r>
            <a:endParaRPr lang="es-CL" dirty="0"/>
          </a:p>
          <a:p>
            <a:r>
              <a:rPr dirty="0"/>
              <a:t>A </a:t>
            </a:r>
            <a:r>
              <a:rPr dirty="0" err="1"/>
              <a:t>diferencia</a:t>
            </a:r>
            <a:r>
              <a:rPr dirty="0"/>
              <a:t> de </a:t>
            </a:r>
            <a:r>
              <a:rPr dirty="0" err="1"/>
              <a:t>métodos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K-Means, DBSCAN </a:t>
            </a:r>
            <a:r>
              <a:rPr dirty="0" err="1"/>
              <a:t>detecta</a:t>
            </a:r>
            <a:r>
              <a:rPr dirty="0"/>
              <a:t> regiones </a:t>
            </a:r>
            <a:r>
              <a:rPr dirty="0" err="1"/>
              <a:t>densas</a:t>
            </a:r>
            <a:r>
              <a:rPr dirty="0"/>
              <a:t> </a:t>
            </a:r>
            <a:r>
              <a:rPr dirty="0" err="1"/>
              <a:t>separadas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áreas</a:t>
            </a:r>
            <a:r>
              <a:rPr dirty="0"/>
              <a:t> de baja </a:t>
            </a:r>
            <a:r>
              <a:rPr dirty="0" err="1"/>
              <a:t>densidad</a:t>
            </a:r>
            <a:r>
              <a:rPr dirty="0"/>
              <a:t>, y </a:t>
            </a:r>
            <a:r>
              <a:rPr dirty="0" err="1"/>
              <a:t>clasifica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puntos fuera de </a:t>
            </a:r>
            <a:r>
              <a:rPr dirty="0" err="1"/>
              <a:t>dichas</a:t>
            </a:r>
            <a:r>
              <a:rPr dirty="0"/>
              <a:t> regiones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ruido</a:t>
            </a:r>
            <a:r>
              <a:rPr dirty="0"/>
              <a:t> o </a:t>
            </a:r>
            <a:r>
              <a:rPr dirty="0" err="1"/>
              <a:t>anomalías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2. </a:t>
            </a:r>
            <a:r>
              <a:rPr dirty="0" err="1"/>
              <a:t>Fundamento</a:t>
            </a:r>
            <a:r>
              <a:rPr dirty="0"/>
              <a:t> </a:t>
            </a:r>
            <a:r>
              <a:rPr dirty="0" err="1"/>
              <a:t>matemático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Sea D </a:t>
            </a:r>
            <a:r>
              <a:rPr dirty="0" err="1"/>
              <a:t>el</a:t>
            </a:r>
            <a:r>
              <a:rPr dirty="0"/>
              <a:t> conjunto de </a:t>
            </a:r>
            <a:r>
              <a:rPr dirty="0" err="1"/>
              <a:t>observaciones</a:t>
            </a:r>
            <a:r>
              <a:rPr dirty="0"/>
              <a:t>.</a:t>
            </a:r>
          </a:p>
          <a:p>
            <a:endParaRPr dirty="0"/>
          </a:p>
          <a:p>
            <a:pPr marL="0" indent="0">
              <a:buNone/>
            </a:pPr>
            <a:r>
              <a:rPr dirty="0"/>
              <a:t> Vecindad ε de un punto p:</a:t>
            </a:r>
            <a:endParaRPr lang="es-CL" dirty="0"/>
          </a:p>
          <a:p>
            <a:pPr marL="0" indent="0">
              <a:buNone/>
            </a:pPr>
            <a:r>
              <a:rPr dirty="0"/>
              <a:t>N</a:t>
            </a:r>
            <a:r>
              <a:rPr lang="es-CL" dirty="0"/>
              <a:t> </a:t>
            </a:r>
            <a:r>
              <a:rPr dirty="0"/>
              <a:t>ε</a:t>
            </a:r>
            <a:r>
              <a:rPr lang="es-CL"/>
              <a:t> </a:t>
            </a:r>
            <a:r>
              <a:t>(</a:t>
            </a:r>
            <a:r>
              <a:rPr dirty="0"/>
              <a:t>p) = { q ∈ D | </a:t>
            </a:r>
            <a:r>
              <a:rPr dirty="0" err="1"/>
              <a:t>dist</a:t>
            </a:r>
            <a:r>
              <a:rPr dirty="0"/>
              <a:t>(p, q) ≤ ε }</a:t>
            </a:r>
            <a:endParaRPr lang="es-CL" dirty="0"/>
          </a:p>
          <a:p>
            <a:endParaRPr dirty="0"/>
          </a:p>
          <a:p>
            <a:r>
              <a:rPr dirty="0"/>
              <a:t>Punto </a:t>
            </a:r>
            <a:r>
              <a:rPr dirty="0" err="1"/>
              <a:t>núcleo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|</a:t>
            </a:r>
            <a:r>
              <a:rPr dirty="0" err="1"/>
              <a:t>Nε</a:t>
            </a:r>
            <a:r>
              <a:rPr dirty="0"/>
              <a:t>(p)| ≥ </a:t>
            </a:r>
            <a:r>
              <a:rPr dirty="0" err="1"/>
              <a:t>MinPts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Punto </a:t>
            </a:r>
            <a:r>
              <a:rPr dirty="0" err="1"/>
              <a:t>frontera</a:t>
            </a:r>
            <a:r>
              <a:rPr lang="es-CL" dirty="0"/>
              <a:t> (punto q)</a:t>
            </a:r>
            <a:r>
              <a:rPr dirty="0"/>
              <a:t>: </a:t>
            </a:r>
            <a:r>
              <a:rPr dirty="0" err="1"/>
              <a:t>si</a:t>
            </a:r>
            <a:r>
              <a:rPr dirty="0"/>
              <a:t> no </a:t>
            </a:r>
            <a:r>
              <a:rPr dirty="0" err="1"/>
              <a:t>cumple</a:t>
            </a:r>
            <a:r>
              <a:rPr dirty="0"/>
              <a:t> la </a:t>
            </a:r>
            <a:r>
              <a:rPr dirty="0" err="1"/>
              <a:t>condición</a:t>
            </a:r>
            <a:r>
              <a:rPr dirty="0"/>
              <a:t> de </a:t>
            </a:r>
            <a:r>
              <a:rPr dirty="0" err="1"/>
              <a:t>núcleo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pertenece</a:t>
            </a:r>
            <a:r>
              <a:rPr dirty="0"/>
              <a:t> a la vecindad de un punto </a:t>
            </a:r>
            <a:r>
              <a:rPr dirty="0" err="1"/>
              <a:t>núcleo</a:t>
            </a:r>
            <a:r>
              <a:rPr dirty="0"/>
              <a:t>.</a:t>
            </a:r>
          </a:p>
          <a:p>
            <a:endParaRPr dirty="0"/>
          </a:p>
          <a:p>
            <a:r>
              <a:rPr dirty="0"/>
              <a:t>• </a:t>
            </a:r>
            <a:r>
              <a:rPr dirty="0" err="1"/>
              <a:t>Ruido</a:t>
            </a:r>
            <a:r>
              <a:rPr lang="es-CL" dirty="0"/>
              <a:t> (punto r)</a:t>
            </a:r>
            <a:r>
              <a:rPr dirty="0"/>
              <a:t>: puntos </a:t>
            </a:r>
            <a:r>
              <a:rPr dirty="0" err="1"/>
              <a:t>que</a:t>
            </a:r>
            <a:r>
              <a:rPr dirty="0"/>
              <a:t> no </a:t>
            </a:r>
            <a:r>
              <a:rPr dirty="0" err="1"/>
              <a:t>pertenecen</a:t>
            </a:r>
            <a:r>
              <a:rPr dirty="0"/>
              <a:t> a </a:t>
            </a:r>
            <a:r>
              <a:rPr dirty="0" err="1"/>
              <a:t>ningún</a:t>
            </a:r>
            <a:r>
              <a:rPr dirty="0"/>
              <a:t> cluster.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F35C21A-6B6A-1DA4-1A63-3B69E48E7F4C}"/>
              </a:ext>
            </a:extLst>
          </p:cNvPr>
          <p:cNvSpPr txBox="1"/>
          <p:nvPr/>
        </p:nvSpPr>
        <p:spPr>
          <a:xfrm>
            <a:off x="6096001" y="1600200"/>
            <a:ext cx="2895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200" dirty="0"/>
              <a:t>Define el entorno local de un punto p.</a:t>
            </a:r>
          </a:p>
          <a:p>
            <a:r>
              <a:rPr lang="es-MX" sz="1200" dirty="0"/>
              <a:t>ε (épsilon) es el radio de vecindad, que determina qué tan “cerca” deben estar dos puntos para considerarse vecinos.</a:t>
            </a:r>
          </a:p>
          <a:p>
            <a:r>
              <a:rPr lang="es-MX" sz="1200" dirty="0"/>
              <a:t>La función de distancia </a:t>
            </a:r>
            <a:r>
              <a:rPr lang="es-MX" sz="1200" dirty="0" err="1"/>
              <a:t>dist</a:t>
            </a:r>
            <a:r>
              <a:rPr lang="es-MX" sz="1200" dirty="0"/>
              <a:t>(p, q) puede ser euclidiana u otra métrica adecuada.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FA4B6404-7240-8E02-B184-2940772BE407}"/>
              </a:ext>
            </a:extLst>
          </p:cNvPr>
          <p:cNvCxnSpPr/>
          <p:nvPr/>
        </p:nvCxnSpPr>
        <p:spPr>
          <a:xfrm flipH="1">
            <a:off x="4945626" y="2359742"/>
            <a:ext cx="1061884" cy="63909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868162D8-E867-D373-782B-C7E064F3F88D}"/>
              </a:ext>
            </a:extLst>
          </p:cNvPr>
          <p:cNvSpPr txBox="1"/>
          <p:nvPr/>
        </p:nvSpPr>
        <p:spPr>
          <a:xfrm>
            <a:off x="6096001" y="2875002"/>
            <a:ext cx="298409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100" dirty="0"/>
              <a:t>Un punto p es un punto núcleo si tiene al menos un número mínimo de puntos dentro de su vecindad:∣𝑁𝜀(𝑝)∣≥𝑀𝑖𝑛𝑃𝑡𝑠∣</a:t>
            </a:r>
            <a:r>
              <a:rPr lang="es-MX" sz="1100" dirty="0" err="1"/>
              <a:t>Nε</a:t>
            </a:r>
            <a:r>
              <a:rPr lang="es-MX" sz="1100" dirty="0"/>
              <a:t>	​(p)∣≥</a:t>
            </a:r>
            <a:r>
              <a:rPr lang="es-MX" sz="1100" dirty="0" err="1"/>
              <a:t>MinPtsIndica</a:t>
            </a:r>
            <a:r>
              <a:rPr lang="es-MX" sz="1100" dirty="0"/>
              <a:t> que p se encuentra en una región de alta </a:t>
            </a:r>
            <a:r>
              <a:rPr lang="es-MX" sz="1100" dirty="0" err="1"/>
              <a:t>densidad.Los</a:t>
            </a:r>
            <a:r>
              <a:rPr lang="es-MX" sz="1100" dirty="0"/>
              <a:t> puntos núcleo son los semilleros de los </a:t>
            </a:r>
            <a:r>
              <a:rPr lang="es-MX" sz="1100" dirty="0" err="1"/>
              <a:t>clusters</a:t>
            </a:r>
            <a:r>
              <a:rPr lang="es-MX" sz="1100" dirty="0"/>
              <a:t>.</a:t>
            </a:r>
            <a:endParaRPr lang="fr-CA" sz="1100" dirty="0"/>
          </a:p>
        </p:txBody>
      </p: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3840DC2C-C66E-131E-B8EC-4C733B7B126A}"/>
              </a:ext>
            </a:extLst>
          </p:cNvPr>
          <p:cNvCxnSpPr/>
          <p:nvPr/>
        </p:nvCxnSpPr>
        <p:spPr>
          <a:xfrm flipH="1">
            <a:off x="5653548" y="3598606"/>
            <a:ext cx="353962" cy="186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MX" sz="2800">
                <a:solidFill>
                  <a:srgbClr val="FFFFFF"/>
                </a:solidFill>
              </a:rPr>
              <a:t>3. Propagación y conectividad de densidad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6DC6ED9-800E-0D1B-1B97-3BEE4E51DE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7839864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BC8166-481C-4473-95F5-9A5B9073B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5A5CE6E-90AF-4D43-A014-1F9EC83EB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384350" cy="6858000"/>
          </a:xfrm>
          <a:custGeom>
            <a:avLst/>
            <a:gdLst>
              <a:gd name="connsiteX0" fmla="*/ 0 w 4512467"/>
              <a:gd name="connsiteY0" fmla="*/ 0 h 6858000"/>
              <a:gd name="connsiteX1" fmla="*/ 2579526 w 4512467"/>
              <a:gd name="connsiteY1" fmla="*/ 0 h 6858000"/>
              <a:gd name="connsiteX2" fmla="*/ 2583267 w 4512467"/>
              <a:gd name="connsiteY2" fmla="*/ 2151 h 6858000"/>
              <a:gd name="connsiteX3" fmla="*/ 4512467 w 4512467"/>
              <a:gd name="connsiteY3" fmla="*/ 3429000 h 6858000"/>
              <a:gd name="connsiteX4" fmla="*/ 2583267 w 4512467"/>
              <a:gd name="connsiteY4" fmla="*/ 6855849 h 6858000"/>
              <a:gd name="connsiteX5" fmla="*/ 2579526 w 4512467"/>
              <a:gd name="connsiteY5" fmla="*/ 6858000 h 6858000"/>
              <a:gd name="connsiteX6" fmla="*/ 0 w 451246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512467" h="6858000">
                <a:moveTo>
                  <a:pt x="0" y="0"/>
                </a:moveTo>
                <a:lnTo>
                  <a:pt x="2579526" y="0"/>
                </a:lnTo>
                <a:lnTo>
                  <a:pt x="2583267" y="2151"/>
                </a:lnTo>
                <a:cubicBezTo>
                  <a:pt x="3739868" y="704919"/>
                  <a:pt x="4512467" y="1976735"/>
                  <a:pt x="4512467" y="3429000"/>
                </a:cubicBezTo>
                <a:cubicBezTo>
                  <a:pt x="4512467" y="4881266"/>
                  <a:pt x="3739868" y="6153081"/>
                  <a:pt x="2583267" y="6855849"/>
                </a:cubicBezTo>
                <a:lnTo>
                  <a:pt x="257952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MX" sz="3400">
                <a:solidFill>
                  <a:srgbClr val="FFFFFF"/>
                </a:solidFill>
              </a:rPr>
              <a:t>4. Selección de parámetros ε y MinPts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E51FC10-CA07-D357-B945-ED701EEF8F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1205049"/>
              </p:ext>
            </p:extLst>
          </p:nvPr>
        </p:nvGraphicFramePr>
        <p:xfrm>
          <a:off x="3905730" y="643466"/>
          <a:ext cx="4718785" cy="553073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5. Aplicación a Compras Públicas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B1619D7-E692-A6C7-820E-34831B1C40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768769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45D489D-16E1-484D-867B-144368D74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A496F5-B01E-4BF8-9D1E-C4E53B6F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39192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6E895C8D-1379-40B8-8B1B-B6F5AEAF0A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746107">
            <a:off x="2180222" y="1348064"/>
            <a:ext cx="2240924" cy="2987899"/>
          </a:xfrm>
          <a:prstGeom prst="arc">
            <a:avLst>
              <a:gd name="adj1" fmla="val 14612914"/>
              <a:gd name="adj2" fmla="val 0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43467"/>
            <a:ext cx="2213403" cy="5571066"/>
          </a:xfrm>
        </p:spPr>
        <p:txBody>
          <a:bodyPr>
            <a:normAutofit/>
          </a:bodyPr>
          <a:lstStyle/>
          <a:p>
            <a:r>
              <a:rPr lang="es-CL" sz="2400">
                <a:solidFill>
                  <a:srgbClr val="FFFFFF"/>
                </a:solidFill>
              </a:rPr>
              <a:t>6. Visualización e interpretación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9DBA196-1C13-C779-BCC6-B862ECEDD2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4122995"/>
              </p:ext>
            </p:extLst>
          </p:nvPr>
        </p:nvGraphicFramePr>
        <p:xfrm>
          <a:off x="3927763" y="653693"/>
          <a:ext cx="4727797" cy="556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CL" sz="3500">
                <a:solidFill>
                  <a:srgbClr val="FFFFFF"/>
                </a:solidFill>
              </a:rPr>
              <a:t>7. Referencias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F7E594B-CF14-0264-2BFF-159E5A9697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6341031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665</Words>
  <Application>Microsoft Office PowerPoint</Application>
  <PresentationFormat>Presentación en pantalla (4:3)</PresentationFormat>
  <Paragraphs>40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Modelo DBSCAN aplicado a Detección de Anomalías</vt:lpstr>
      <vt:lpstr>1. Introducción al modelo DBSCAN</vt:lpstr>
      <vt:lpstr>2. Fundamento matemático</vt:lpstr>
      <vt:lpstr>3. Propagación y conectividad de densidad</vt:lpstr>
      <vt:lpstr>4. Selección de parámetros ε y MinPts</vt:lpstr>
      <vt:lpstr>5. Aplicación a Compras Públicas</vt:lpstr>
      <vt:lpstr>6. Visualización e interpretación</vt:lpstr>
      <vt:lpstr>7. Referencias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Guillermo Yañez</dc:creator>
  <cp:keywords/>
  <dc:description>generated using python-pptx</dc:description>
  <cp:lastModifiedBy>GUILLERMO YAÑEZ CASTRO</cp:lastModifiedBy>
  <cp:revision>2</cp:revision>
  <dcterms:created xsi:type="dcterms:W3CDTF">2013-01-27T09:14:16Z</dcterms:created>
  <dcterms:modified xsi:type="dcterms:W3CDTF">2026-03-11T18:52:24Z</dcterms:modified>
  <cp:category/>
</cp:coreProperties>
</file>