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319" r:id="rId2"/>
    <p:sldId id="286" r:id="rId3"/>
    <p:sldId id="287" r:id="rId4"/>
    <p:sldId id="321" r:id="rId5"/>
    <p:sldId id="258" r:id="rId6"/>
    <p:sldId id="323" r:id="rId7"/>
    <p:sldId id="324" r:id="rId8"/>
    <p:sldId id="259" r:id="rId9"/>
    <p:sldId id="322" r:id="rId10"/>
    <p:sldId id="261" r:id="rId11"/>
    <p:sldId id="262" r:id="rId12"/>
    <p:sldId id="325" r:id="rId13"/>
    <p:sldId id="263" r:id="rId14"/>
    <p:sldId id="264" r:id="rId15"/>
    <p:sldId id="327" r:id="rId16"/>
    <p:sldId id="268" r:id="rId17"/>
    <p:sldId id="269" r:id="rId18"/>
    <p:sldId id="271" r:id="rId19"/>
    <p:sldId id="328" r:id="rId20"/>
    <p:sldId id="329" r:id="rId21"/>
    <p:sldId id="330" r:id="rId22"/>
    <p:sldId id="331" r:id="rId23"/>
    <p:sldId id="320"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FE93BF-FE8C-4A2E-B055-8893A9563D23}" v="2" dt="2026-03-11T20:09:47.5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7" d="100"/>
          <a:sy n="97" d="100"/>
        </p:scale>
        <p:origin x="2004" y="306"/>
      </p:cViewPr>
      <p:guideLst>
        <p:guide orient="horz" pos="2160"/>
        <p:guide pos="2880"/>
      </p:guideLst>
    </p:cSldViewPr>
  </p:slideViewPr>
  <p:notesTextViewPr>
    <p:cViewPr>
      <p:scale>
        <a:sx n="1" d="1"/>
        <a:sy n="1" d="1"/>
      </p:scale>
      <p:origin x="0" y="0"/>
    </p:cViewPr>
  </p:notesTextViewPr>
  <p:sorterViewPr>
    <p:cViewPr>
      <p:scale>
        <a:sx n="100" d="100"/>
        <a:sy n="100" d="100"/>
      </p:scale>
      <p:origin x="0" y="-660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illermo Yañez" userId="c0ad126c0d1d4748" providerId="LiveId" clId="{918C7775-A4D1-435D-AA1E-1AC192003E7C}"/>
    <pc:docChg chg="modSld">
      <pc:chgData name="Guillermo Yañez" userId="c0ad126c0d1d4748" providerId="LiveId" clId="{918C7775-A4D1-435D-AA1E-1AC192003E7C}" dt="2026-03-11T20:09:08.834" v="17" actId="20577"/>
      <pc:docMkLst>
        <pc:docMk/>
      </pc:docMkLst>
      <pc:sldChg chg="modSp mod">
        <pc:chgData name="Guillermo Yañez" userId="c0ad126c0d1d4748" providerId="LiveId" clId="{918C7775-A4D1-435D-AA1E-1AC192003E7C}" dt="2026-03-11T20:09:08.834" v="17" actId="20577"/>
        <pc:sldMkLst>
          <pc:docMk/>
          <pc:sldMk cId="617729924" sldId="319"/>
        </pc:sldMkLst>
        <pc:spChg chg="mod">
          <ac:chgData name="Guillermo Yañez" userId="c0ad126c0d1d4748" providerId="LiveId" clId="{918C7775-A4D1-435D-AA1E-1AC192003E7C}" dt="2026-03-11T20:09:08.834" v="17" actId="20577"/>
          <ac:spMkLst>
            <pc:docMk/>
            <pc:sldMk cId="617729924" sldId="319"/>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39BE6C6-E13E-4AA6-B3DE-1B7348933221}" type="datetimeFigureOut">
              <a:rPr lang="en-CA" smtClean="0"/>
              <a:t>2026-03-11</a:t>
            </a:fld>
            <a:endParaRPr lang="en-CA"/>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51E2A24-94B3-4CFC-9703-EECBE5CCBD91}" type="slidenum">
              <a:rPr lang="en-CA" smtClean="0"/>
              <a:t>‹Nº›</a:t>
            </a:fld>
            <a:endParaRPr lang="en-CA"/>
          </a:p>
        </p:txBody>
      </p:sp>
    </p:spTree>
    <p:extLst>
      <p:ext uri="{BB962C8B-B14F-4D97-AF65-F5344CB8AC3E}">
        <p14:creationId xmlns:p14="http://schemas.microsoft.com/office/powerpoint/2010/main" val="2649953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4" name="Group 2"/>
          <p:cNvGrpSpPr>
            <a:grpSpLocks/>
          </p:cNvGrpSpPr>
          <p:nvPr/>
        </p:nvGrpSpPr>
        <p:grpSpPr bwMode="auto">
          <a:xfrm>
            <a:off x="0" y="-19050"/>
            <a:ext cx="9144000" cy="6877050"/>
            <a:chOff x="0" y="-12"/>
            <a:chExt cx="5760" cy="4332"/>
          </a:xfrm>
        </p:grpSpPr>
        <p:sp>
          <p:nvSpPr>
            <p:cNvPr id="5" name="Rectangle 3"/>
            <p:cNvSpPr>
              <a:spLocks noChangeArrowheads="1"/>
            </p:cNvSpPr>
            <p:nvPr userDrawn="1"/>
          </p:nvSpPr>
          <p:spPr bwMode="hidden">
            <a:xfrm>
              <a:off x="1104" y="1008"/>
              <a:ext cx="4656" cy="3312"/>
            </a:xfrm>
            <a:prstGeom prst="rect">
              <a:avLst/>
            </a:prstGeom>
            <a:gradFill rotWithShape="0">
              <a:gsLst>
                <a:gs pos="0">
                  <a:schemeClr val="bg2"/>
                </a:gs>
                <a:gs pos="50000">
                  <a:schemeClr val="bg1"/>
                </a:gs>
                <a:gs pos="100000">
                  <a:schemeClr val="bg2"/>
                </a:gs>
              </a:gsLst>
              <a:lin ang="2700000" scaled="1"/>
            </a:gradFill>
            <a:ln w="9525">
              <a:noFill/>
              <a:miter lim="800000"/>
              <a:headEnd/>
              <a:tailEnd/>
            </a:ln>
            <a:effectLst/>
          </p:spPr>
          <p:txBody>
            <a:bodyPr wrap="none" anchor="ctr"/>
            <a:lstStyle/>
            <a:p>
              <a:pPr eaLnBrk="1" fontAlgn="auto" hangingPunct="1">
                <a:spcBef>
                  <a:spcPts val="0"/>
                </a:spcBef>
                <a:spcAft>
                  <a:spcPts val="0"/>
                </a:spcAft>
                <a:defRPr/>
              </a:pPr>
              <a:endParaRPr lang="en-US" sz="1350">
                <a:latin typeface="Arial" charset="0"/>
                <a:cs typeface="Arial" charset="0"/>
              </a:endParaRPr>
            </a:p>
          </p:txBody>
        </p:sp>
        <p:grpSp>
          <p:nvGrpSpPr>
            <p:cNvPr id="6" name="Group 4"/>
            <p:cNvGrpSpPr>
              <a:grpSpLocks/>
            </p:cNvGrpSpPr>
            <p:nvPr userDrawn="1"/>
          </p:nvGrpSpPr>
          <p:grpSpPr bwMode="auto">
            <a:xfrm>
              <a:off x="-1261" y="-157"/>
              <a:ext cx="7021" cy="1190"/>
              <a:chOff x="-1261" y="-154"/>
              <a:chExt cx="7021" cy="1190"/>
            </a:xfrm>
          </p:grpSpPr>
          <p:sp>
            <p:nvSpPr>
              <p:cNvPr id="8" name="Freeform 5"/>
              <p:cNvSpPr>
                <a:spLocks/>
              </p:cNvSpPr>
              <p:nvPr userDrawn="1"/>
            </p:nvSpPr>
            <p:spPr bwMode="ltGray">
              <a:xfrm>
                <a:off x="0" y="4"/>
                <a:ext cx="5760" cy="1032"/>
              </a:xfrm>
              <a:custGeom>
                <a:avLst/>
                <a:gdLst>
                  <a:gd name="T0" fmla="*/ 64333 w 4848"/>
                  <a:gd name="T1" fmla="*/ 203416971 h 432"/>
                  <a:gd name="T2" fmla="*/ 0 w 4848"/>
                  <a:gd name="T3" fmla="*/ 203416971 h 432"/>
                  <a:gd name="T4" fmla="*/ 0 w 4848"/>
                  <a:gd name="T5" fmla="*/ 0 h 432"/>
                  <a:gd name="T6" fmla="*/ 64333 w 4848"/>
                  <a:gd name="T7" fmla="*/ 0 h 432"/>
                  <a:gd name="T8" fmla="*/ 64333 w 4848"/>
                  <a:gd name="T9" fmla="*/ 203416971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48" h="432">
                    <a:moveTo>
                      <a:pt x="4848" y="432"/>
                    </a:moveTo>
                    <a:lnTo>
                      <a:pt x="0" y="432"/>
                    </a:lnTo>
                    <a:lnTo>
                      <a:pt x="0" y="0"/>
                    </a:lnTo>
                    <a:lnTo>
                      <a:pt x="4848" y="0"/>
                    </a:lnTo>
                    <a:lnTo>
                      <a:pt x="4848" y="432"/>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nvGrpSpPr>
              <p:cNvPr id="9" name="Group 6"/>
              <p:cNvGrpSpPr>
                <a:grpSpLocks/>
              </p:cNvGrpSpPr>
              <p:nvPr userDrawn="1"/>
            </p:nvGrpSpPr>
            <p:grpSpPr bwMode="auto">
              <a:xfrm>
                <a:off x="333" y="-9"/>
                <a:ext cx="5176" cy="1044"/>
                <a:chOff x="333" y="-9"/>
                <a:chExt cx="5176" cy="1044"/>
              </a:xfrm>
            </p:grpSpPr>
            <p:sp>
              <p:nvSpPr>
                <p:cNvPr id="38" name="Freeform 7"/>
                <p:cNvSpPr>
                  <a:spLocks/>
                </p:cNvSpPr>
                <p:nvPr userDrawn="1"/>
              </p:nvSpPr>
              <p:spPr bwMode="ltGray">
                <a:xfrm>
                  <a:off x="3230" y="949"/>
                  <a:ext cx="17" cy="20"/>
                </a:xfrm>
                <a:custGeom>
                  <a:avLst/>
                  <a:gdLst>
                    <a:gd name="T0" fmla="*/ 33 w 15"/>
                    <a:gd name="T1" fmla="*/ 3 h 23"/>
                    <a:gd name="T2" fmla="*/ 97 w 15"/>
                    <a:gd name="T3" fmla="*/ 3 h 23"/>
                    <a:gd name="T4" fmla="*/ 86 w 15"/>
                    <a:gd name="T5" fmla="*/ 3 h 23"/>
                    <a:gd name="T6" fmla="*/ 33 w 15"/>
                    <a:gd name="T7" fmla="*/ 3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39" name="Freeform 8"/>
                <p:cNvSpPr>
                  <a:spLocks/>
                </p:cNvSpPr>
                <p:nvPr userDrawn="1"/>
              </p:nvSpPr>
              <p:spPr bwMode="ltGray">
                <a:xfrm>
                  <a:off x="3406" y="1015"/>
                  <a:ext cx="21" cy="20"/>
                </a:xfrm>
                <a:custGeom>
                  <a:avLst/>
                  <a:gdLst>
                    <a:gd name="T0" fmla="*/ 3 w 20"/>
                    <a:gd name="T1" fmla="*/ 3 h 23"/>
                    <a:gd name="T2" fmla="*/ 26 w 20"/>
                    <a:gd name="T3" fmla="*/ 3 h 23"/>
                    <a:gd name="T4" fmla="*/ 7 w 20"/>
                    <a:gd name="T5" fmla="*/ 3 h 23"/>
                    <a:gd name="T6" fmla="*/ 3 w 20"/>
                    <a:gd name="T7" fmla="*/ 3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0" name="Freeform 9"/>
                <p:cNvSpPr>
                  <a:spLocks/>
                </p:cNvSpPr>
                <p:nvPr userDrawn="1"/>
              </p:nvSpPr>
              <p:spPr bwMode="ltGray">
                <a:xfrm>
                  <a:off x="2909" y="908"/>
                  <a:ext cx="31" cy="34"/>
                </a:xfrm>
                <a:custGeom>
                  <a:avLst/>
                  <a:gdLst>
                    <a:gd name="T0" fmla="*/ 31 w 30"/>
                    <a:gd name="T1" fmla="*/ 2 h 42"/>
                    <a:gd name="T2" fmla="*/ 8 w 30"/>
                    <a:gd name="T3" fmla="*/ 2 h 42"/>
                    <a:gd name="T4" fmla="*/ 0 w 30"/>
                    <a:gd name="T5" fmla="*/ 2 h 42"/>
                    <a:gd name="T6" fmla="*/ 31 w 30"/>
                    <a:gd name="T7" fmla="*/ 2 h 42"/>
                    <a:gd name="T8" fmla="*/ 45 w 30"/>
                    <a:gd name="T9" fmla="*/ 2 h 42"/>
                    <a:gd name="T10" fmla="*/ 43 w 30"/>
                    <a:gd name="T11" fmla="*/ 2 h 42"/>
                    <a:gd name="T12" fmla="*/ 31 w 30"/>
                    <a:gd name="T13" fmla="*/ 2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1" name="Freeform 10"/>
                <p:cNvSpPr>
                  <a:spLocks/>
                </p:cNvSpPr>
                <p:nvPr userDrawn="1"/>
              </p:nvSpPr>
              <p:spPr bwMode="ltGray">
                <a:xfrm>
                  <a:off x="2551" y="940"/>
                  <a:ext cx="25" cy="12"/>
                </a:xfrm>
                <a:custGeom>
                  <a:avLst/>
                  <a:gdLst>
                    <a:gd name="T0" fmla="*/ 15 w 25"/>
                    <a:gd name="T1" fmla="*/ 2 h 16"/>
                    <a:gd name="T2" fmla="*/ 3 w 25"/>
                    <a:gd name="T3" fmla="*/ 2 h 16"/>
                    <a:gd name="T4" fmla="*/ 15 w 25"/>
                    <a:gd name="T5" fmla="*/ 0 h 16"/>
                    <a:gd name="T6" fmla="*/ 15 w 25"/>
                    <a:gd name="T7" fmla="*/ 2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2" name="Freeform 11"/>
                <p:cNvSpPr>
                  <a:spLocks/>
                </p:cNvSpPr>
                <p:nvPr userDrawn="1"/>
              </p:nvSpPr>
              <p:spPr bwMode="ltGray">
                <a:xfrm>
                  <a:off x="2443" y="954"/>
                  <a:ext cx="65" cy="39"/>
                </a:xfrm>
                <a:custGeom>
                  <a:avLst/>
                  <a:gdLst>
                    <a:gd name="T0" fmla="*/ 14 w 65"/>
                    <a:gd name="T1" fmla="*/ 3 h 46"/>
                    <a:gd name="T2" fmla="*/ 30 w 65"/>
                    <a:gd name="T3" fmla="*/ 3 h 46"/>
                    <a:gd name="T4" fmla="*/ 42 w 65"/>
                    <a:gd name="T5" fmla="*/ 0 h 46"/>
                    <a:gd name="T6" fmla="*/ 58 w 65"/>
                    <a:gd name="T7" fmla="*/ 3 h 46"/>
                    <a:gd name="T8" fmla="*/ 32 w 65"/>
                    <a:gd name="T9" fmla="*/ 3 h 46"/>
                    <a:gd name="T10" fmla="*/ 12 w 65"/>
                    <a:gd name="T11" fmla="*/ 3 h 46"/>
                    <a:gd name="T12" fmla="*/ 8 w 65"/>
                    <a:gd name="T13" fmla="*/ 3 h 46"/>
                    <a:gd name="T14" fmla="*/ 12 w 65"/>
                    <a:gd name="T15" fmla="*/ 3 h 46"/>
                    <a:gd name="T16" fmla="*/ 14 w 65"/>
                    <a:gd name="T17" fmla="*/ 3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3" name="Freeform 12"/>
                <p:cNvSpPr>
                  <a:spLocks/>
                </p:cNvSpPr>
                <p:nvPr userDrawn="1"/>
              </p:nvSpPr>
              <p:spPr bwMode="ltGray">
                <a:xfrm>
                  <a:off x="2375" y="952"/>
                  <a:ext cx="68" cy="39"/>
                </a:xfrm>
                <a:custGeom>
                  <a:avLst/>
                  <a:gdLst>
                    <a:gd name="T0" fmla="*/ 0 w 69"/>
                    <a:gd name="T1" fmla="*/ 2 h 47"/>
                    <a:gd name="T2" fmla="*/ 18 w 69"/>
                    <a:gd name="T3" fmla="*/ 2 h 47"/>
                    <a:gd name="T4" fmla="*/ 37 w 69"/>
                    <a:gd name="T5" fmla="*/ 1 h 47"/>
                    <a:gd name="T6" fmla="*/ 49 w 69"/>
                    <a:gd name="T7" fmla="*/ 2 h 47"/>
                    <a:gd name="T8" fmla="*/ 35 w 69"/>
                    <a:gd name="T9" fmla="*/ 2 h 47"/>
                    <a:gd name="T10" fmla="*/ 28 w 69"/>
                    <a:gd name="T11" fmla="*/ 2 h 47"/>
                    <a:gd name="T12" fmla="*/ 22 w 69"/>
                    <a:gd name="T13" fmla="*/ 2 h 47"/>
                    <a:gd name="T14" fmla="*/ 16 w 69"/>
                    <a:gd name="T15" fmla="*/ 2 h 47"/>
                    <a:gd name="T16" fmla="*/ 12 w 69"/>
                    <a:gd name="T17" fmla="*/ 2 h 47"/>
                    <a:gd name="T18" fmla="*/ 0 w 69"/>
                    <a:gd name="T19" fmla="*/ 2 h 47"/>
                    <a:gd name="T20" fmla="*/ 0 w 69"/>
                    <a:gd name="T21" fmla="*/ 2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4" name="Freeform 13"/>
                <p:cNvSpPr>
                  <a:spLocks/>
                </p:cNvSpPr>
                <p:nvPr userDrawn="1"/>
              </p:nvSpPr>
              <p:spPr bwMode="ltGray">
                <a:xfrm>
                  <a:off x="2007" y="739"/>
                  <a:ext cx="354" cy="228"/>
                </a:xfrm>
                <a:custGeom>
                  <a:avLst/>
                  <a:gdLst>
                    <a:gd name="T0" fmla="*/ 10 w 355"/>
                    <a:gd name="T1" fmla="*/ 2 h 277"/>
                    <a:gd name="T2" fmla="*/ 36 w 355"/>
                    <a:gd name="T3" fmla="*/ 2 h 277"/>
                    <a:gd name="T4" fmla="*/ 46 w 355"/>
                    <a:gd name="T5" fmla="*/ 2 h 277"/>
                    <a:gd name="T6" fmla="*/ 76 w 355"/>
                    <a:gd name="T7" fmla="*/ 2 h 277"/>
                    <a:gd name="T8" fmla="*/ 92 w 355"/>
                    <a:gd name="T9" fmla="*/ 4 h 277"/>
                    <a:gd name="T10" fmla="*/ 122 w 355"/>
                    <a:gd name="T11" fmla="*/ 6 h 277"/>
                    <a:gd name="T12" fmla="*/ 136 w 355"/>
                    <a:gd name="T13" fmla="*/ 7 h 277"/>
                    <a:gd name="T14" fmla="*/ 148 w 355"/>
                    <a:gd name="T15" fmla="*/ 7 h 277"/>
                    <a:gd name="T16" fmla="*/ 154 w 355"/>
                    <a:gd name="T17" fmla="*/ 8 h 277"/>
                    <a:gd name="T18" fmla="*/ 176 w 355"/>
                    <a:gd name="T19" fmla="*/ 8 h 277"/>
                    <a:gd name="T20" fmla="*/ 170 w 355"/>
                    <a:gd name="T21" fmla="*/ 11 h 277"/>
                    <a:gd name="T22" fmla="*/ 177 w 355"/>
                    <a:gd name="T23" fmla="*/ 12 h 277"/>
                    <a:gd name="T24" fmla="*/ 183 w 355"/>
                    <a:gd name="T25" fmla="*/ 12 h 277"/>
                    <a:gd name="T26" fmla="*/ 201 w 355"/>
                    <a:gd name="T27" fmla="*/ 12 h 277"/>
                    <a:gd name="T28" fmla="*/ 221 w 355"/>
                    <a:gd name="T29" fmla="*/ 13 h 277"/>
                    <a:gd name="T30" fmla="*/ 239 w 355"/>
                    <a:gd name="T31" fmla="*/ 13 h 277"/>
                    <a:gd name="T32" fmla="*/ 257 w 355"/>
                    <a:gd name="T33" fmla="*/ 13 h 277"/>
                    <a:gd name="T34" fmla="*/ 281 w 355"/>
                    <a:gd name="T35" fmla="*/ 14 h 277"/>
                    <a:gd name="T36" fmla="*/ 299 w 355"/>
                    <a:gd name="T37" fmla="*/ 14 h 277"/>
                    <a:gd name="T38" fmla="*/ 337 w 355"/>
                    <a:gd name="T39" fmla="*/ 14 h 277"/>
                    <a:gd name="T40" fmla="*/ 327 w 355"/>
                    <a:gd name="T41" fmla="*/ 15 h 277"/>
                    <a:gd name="T42" fmla="*/ 307 w 355"/>
                    <a:gd name="T43" fmla="*/ 14 h 277"/>
                    <a:gd name="T44" fmla="*/ 285 w 355"/>
                    <a:gd name="T45" fmla="*/ 14 h 277"/>
                    <a:gd name="T46" fmla="*/ 273 w 355"/>
                    <a:gd name="T47" fmla="*/ 14 h 277"/>
                    <a:gd name="T48" fmla="*/ 237 w 355"/>
                    <a:gd name="T49" fmla="*/ 14 h 277"/>
                    <a:gd name="T50" fmla="*/ 219 w 355"/>
                    <a:gd name="T51" fmla="*/ 14 h 277"/>
                    <a:gd name="T52" fmla="*/ 172 w 355"/>
                    <a:gd name="T53" fmla="*/ 13 h 277"/>
                    <a:gd name="T54" fmla="*/ 160 w 355"/>
                    <a:gd name="T55" fmla="*/ 12 h 277"/>
                    <a:gd name="T56" fmla="*/ 126 w 355"/>
                    <a:gd name="T57" fmla="*/ 11 h 277"/>
                    <a:gd name="T58" fmla="*/ 108 w 355"/>
                    <a:gd name="T59" fmla="*/ 10 h 277"/>
                    <a:gd name="T60" fmla="*/ 94 w 355"/>
                    <a:gd name="T61" fmla="*/ 8 h 277"/>
                    <a:gd name="T62" fmla="*/ 68 w 355"/>
                    <a:gd name="T63" fmla="*/ 6 h 277"/>
                    <a:gd name="T64" fmla="*/ 64 w 355"/>
                    <a:gd name="T65" fmla="*/ 6 h 277"/>
                    <a:gd name="T66" fmla="*/ 58 w 355"/>
                    <a:gd name="T67" fmla="*/ 6 h 277"/>
                    <a:gd name="T68" fmla="*/ 54 w 355"/>
                    <a:gd name="T69" fmla="*/ 5 h 277"/>
                    <a:gd name="T70" fmla="*/ 38 w 355"/>
                    <a:gd name="T71" fmla="*/ 3 h 277"/>
                    <a:gd name="T72" fmla="*/ 20 w 355"/>
                    <a:gd name="T73" fmla="*/ 2 h 277"/>
                    <a:gd name="T74" fmla="*/ 4 w 355"/>
                    <a:gd name="T75" fmla="*/ 2 h 277"/>
                    <a:gd name="T76" fmla="*/ 10 w 355"/>
                    <a:gd name="T77" fmla="*/ 2 h 277"/>
                    <a:gd name="T78" fmla="*/ 10 w 355"/>
                    <a:gd name="T79" fmla="*/ 2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5" name="Freeform 14"/>
                <p:cNvSpPr>
                  <a:spLocks/>
                </p:cNvSpPr>
                <p:nvPr userDrawn="1"/>
              </p:nvSpPr>
              <p:spPr bwMode="ltGray">
                <a:xfrm>
                  <a:off x="2222" y="724"/>
                  <a:ext cx="157" cy="167"/>
                </a:xfrm>
                <a:custGeom>
                  <a:avLst/>
                  <a:gdLst>
                    <a:gd name="T0" fmla="*/ 54 w 156"/>
                    <a:gd name="T1" fmla="*/ 2 h 206"/>
                    <a:gd name="T2" fmla="*/ 66 w 156"/>
                    <a:gd name="T3" fmla="*/ 2 h 206"/>
                    <a:gd name="T4" fmla="*/ 68 w 156"/>
                    <a:gd name="T5" fmla="*/ 2 h 206"/>
                    <a:gd name="T6" fmla="*/ 95 w 156"/>
                    <a:gd name="T7" fmla="*/ 2 h 206"/>
                    <a:gd name="T8" fmla="*/ 121 w 156"/>
                    <a:gd name="T9" fmla="*/ 2 h 206"/>
                    <a:gd name="T10" fmla="*/ 127 w 156"/>
                    <a:gd name="T11" fmla="*/ 2 h 206"/>
                    <a:gd name="T12" fmla="*/ 139 w 156"/>
                    <a:gd name="T13" fmla="*/ 0 h 206"/>
                    <a:gd name="T14" fmla="*/ 165 w 156"/>
                    <a:gd name="T15" fmla="*/ 2 h 206"/>
                    <a:gd name="T16" fmla="*/ 161 w 156"/>
                    <a:gd name="T17" fmla="*/ 2 h 206"/>
                    <a:gd name="T18" fmla="*/ 141 w 156"/>
                    <a:gd name="T19" fmla="*/ 2 h 206"/>
                    <a:gd name="T20" fmla="*/ 147 w 156"/>
                    <a:gd name="T21" fmla="*/ 4 h 206"/>
                    <a:gd name="T22" fmla="*/ 157 w 156"/>
                    <a:gd name="T23" fmla="*/ 5 h 206"/>
                    <a:gd name="T24" fmla="*/ 161 w 156"/>
                    <a:gd name="T25" fmla="*/ 5 h 206"/>
                    <a:gd name="T26" fmla="*/ 143 w 156"/>
                    <a:gd name="T27" fmla="*/ 5 h 206"/>
                    <a:gd name="T28" fmla="*/ 131 w 156"/>
                    <a:gd name="T29" fmla="*/ 6 h 206"/>
                    <a:gd name="T30" fmla="*/ 119 w 156"/>
                    <a:gd name="T31" fmla="*/ 6 h 206"/>
                    <a:gd name="T32" fmla="*/ 115 w 156"/>
                    <a:gd name="T33" fmla="*/ 8 h 206"/>
                    <a:gd name="T34" fmla="*/ 103 w 156"/>
                    <a:gd name="T35" fmla="*/ 9 h 206"/>
                    <a:gd name="T36" fmla="*/ 97 w 156"/>
                    <a:gd name="T37" fmla="*/ 9 h 206"/>
                    <a:gd name="T38" fmla="*/ 76 w 156"/>
                    <a:gd name="T39" fmla="*/ 9 h 206"/>
                    <a:gd name="T40" fmla="*/ 72 w 156"/>
                    <a:gd name="T41" fmla="*/ 8 h 206"/>
                    <a:gd name="T42" fmla="*/ 60 w 156"/>
                    <a:gd name="T43" fmla="*/ 8 h 206"/>
                    <a:gd name="T44" fmla="*/ 42 w 156"/>
                    <a:gd name="T45" fmla="*/ 8 h 206"/>
                    <a:gd name="T46" fmla="*/ 28 w 156"/>
                    <a:gd name="T47" fmla="*/ 8 h 206"/>
                    <a:gd name="T48" fmla="*/ 10 w 156"/>
                    <a:gd name="T49" fmla="*/ 6 h 206"/>
                    <a:gd name="T50" fmla="*/ 4 w 156"/>
                    <a:gd name="T51" fmla="*/ 5 h 206"/>
                    <a:gd name="T52" fmla="*/ 0 w 156"/>
                    <a:gd name="T53" fmla="*/ 5 h 206"/>
                    <a:gd name="T54" fmla="*/ 20 w 156"/>
                    <a:gd name="T55" fmla="*/ 4 h 206"/>
                    <a:gd name="T56" fmla="*/ 32 w 156"/>
                    <a:gd name="T57" fmla="*/ 4 h 206"/>
                    <a:gd name="T58" fmla="*/ 34 w 156"/>
                    <a:gd name="T59" fmla="*/ 3 h 206"/>
                    <a:gd name="T60" fmla="*/ 52 w 156"/>
                    <a:gd name="T61" fmla="*/ 2 h 206"/>
                    <a:gd name="T62" fmla="*/ 54 w 156"/>
                    <a:gd name="T63" fmla="*/ 2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6" name="Freeform 15"/>
                <p:cNvSpPr>
                  <a:spLocks/>
                </p:cNvSpPr>
                <p:nvPr userDrawn="1"/>
              </p:nvSpPr>
              <p:spPr bwMode="ltGray">
                <a:xfrm>
                  <a:off x="2375" y="800"/>
                  <a:ext cx="110" cy="32"/>
                </a:xfrm>
                <a:custGeom>
                  <a:avLst/>
                  <a:gdLst>
                    <a:gd name="T0" fmla="*/ 4 w 109"/>
                    <a:gd name="T1" fmla="*/ 3 h 38"/>
                    <a:gd name="T2" fmla="*/ 18 w 109"/>
                    <a:gd name="T3" fmla="*/ 3 h 38"/>
                    <a:gd name="T4" fmla="*/ 46 w 109"/>
                    <a:gd name="T5" fmla="*/ 3 h 38"/>
                    <a:gd name="T6" fmla="*/ 87 w 109"/>
                    <a:gd name="T7" fmla="*/ 3 h 38"/>
                    <a:gd name="T8" fmla="*/ 105 w 109"/>
                    <a:gd name="T9" fmla="*/ 0 h 38"/>
                    <a:gd name="T10" fmla="*/ 91 w 109"/>
                    <a:gd name="T11" fmla="*/ 3 h 38"/>
                    <a:gd name="T12" fmla="*/ 75 w 109"/>
                    <a:gd name="T13" fmla="*/ 3 h 38"/>
                    <a:gd name="T14" fmla="*/ 42 w 109"/>
                    <a:gd name="T15" fmla="*/ 3 h 38"/>
                    <a:gd name="T16" fmla="*/ 14 w 109"/>
                    <a:gd name="T17" fmla="*/ 3 h 38"/>
                    <a:gd name="T18" fmla="*/ 4 w 109"/>
                    <a:gd name="T19" fmla="*/ 3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7" name="Freeform 16"/>
                <p:cNvSpPr>
                  <a:spLocks/>
                </p:cNvSpPr>
                <p:nvPr userDrawn="1"/>
              </p:nvSpPr>
              <p:spPr bwMode="ltGray">
                <a:xfrm>
                  <a:off x="2370" y="839"/>
                  <a:ext cx="75" cy="84"/>
                </a:xfrm>
                <a:custGeom>
                  <a:avLst/>
                  <a:gdLst>
                    <a:gd name="T0" fmla="*/ 8 w 76"/>
                    <a:gd name="T1" fmla="*/ 2 h 104"/>
                    <a:gd name="T2" fmla="*/ 18 w 76"/>
                    <a:gd name="T3" fmla="*/ 0 h 104"/>
                    <a:gd name="T4" fmla="*/ 34 w 76"/>
                    <a:gd name="T5" fmla="*/ 2 h 104"/>
                    <a:gd name="T6" fmla="*/ 47 w 76"/>
                    <a:gd name="T7" fmla="*/ 2 h 104"/>
                    <a:gd name="T8" fmla="*/ 38 w 76"/>
                    <a:gd name="T9" fmla="*/ 2 h 104"/>
                    <a:gd name="T10" fmla="*/ 39 w 76"/>
                    <a:gd name="T11" fmla="*/ 2 h 104"/>
                    <a:gd name="T12" fmla="*/ 43 w 76"/>
                    <a:gd name="T13" fmla="*/ 2 h 104"/>
                    <a:gd name="T14" fmla="*/ 38 w 76"/>
                    <a:gd name="T15" fmla="*/ 3 h 104"/>
                    <a:gd name="T16" fmla="*/ 34 w 76"/>
                    <a:gd name="T17" fmla="*/ 2 h 104"/>
                    <a:gd name="T18" fmla="*/ 22 w 76"/>
                    <a:gd name="T19" fmla="*/ 2 h 104"/>
                    <a:gd name="T20" fmla="*/ 28 w 76"/>
                    <a:gd name="T21" fmla="*/ 2 h 104"/>
                    <a:gd name="T22" fmla="*/ 30 w 76"/>
                    <a:gd name="T23" fmla="*/ 3 h 104"/>
                    <a:gd name="T24" fmla="*/ 20 w 76"/>
                    <a:gd name="T25" fmla="*/ 4 h 104"/>
                    <a:gd name="T26" fmla="*/ 12 w 76"/>
                    <a:gd name="T27" fmla="*/ 4 h 104"/>
                    <a:gd name="T28" fmla="*/ 8 w 76"/>
                    <a:gd name="T29" fmla="*/ 4 h 104"/>
                    <a:gd name="T30" fmla="*/ 0 w 76"/>
                    <a:gd name="T31" fmla="*/ 2 h 104"/>
                    <a:gd name="T32" fmla="*/ 2 w 76"/>
                    <a:gd name="T33" fmla="*/ 2 h 104"/>
                    <a:gd name="T34" fmla="*/ 8 w 76"/>
                    <a:gd name="T35" fmla="*/ 2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8" name="Freeform 17"/>
                <p:cNvSpPr>
                  <a:spLocks/>
                </p:cNvSpPr>
                <p:nvPr userDrawn="1"/>
              </p:nvSpPr>
              <p:spPr bwMode="ltGray">
                <a:xfrm>
                  <a:off x="2497" y="793"/>
                  <a:ext cx="37" cy="49"/>
                </a:xfrm>
                <a:custGeom>
                  <a:avLst/>
                  <a:gdLst>
                    <a:gd name="T0" fmla="*/ 3 w 37"/>
                    <a:gd name="T1" fmla="*/ 2 h 61"/>
                    <a:gd name="T2" fmla="*/ 13 w 37"/>
                    <a:gd name="T3" fmla="*/ 0 h 61"/>
                    <a:gd name="T4" fmla="*/ 15 w 37"/>
                    <a:gd name="T5" fmla="*/ 2 h 61"/>
                    <a:gd name="T6" fmla="*/ 37 w 37"/>
                    <a:gd name="T7" fmla="*/ 2 h 61"/>
                    <a:gd name="T8" fmla="*/ 19 w 37"/>
                    <a:gd name="T9" fmla="*/ 2 h 61"/>
                    <a:gd name="T10" fmla="*/ 5 w 37"/>
                    <a:gd name="T11" fmla="*/ 2 h 61"/>
                    <a:gd name="T12" fmla="*/ 1 w 37"/>
                    <a:gd name="T13" fmla="*/ 2 h 61"/>
                    <a:gd name="T14" fmla="*/ 3 w 37"/>
                    <a:gd name="T15" fmla="*/ 2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9" name="Freeform 18"/>
                <p:cNvSpPr>
                  <a:spLocks/>
                </p:cNvSpPr>
                <p:nvPr userDrawn="1"/>
              </p:nvSpPr>
              <p:spPr bwMode="ltGray">
                <a:xfrm>
                  <a:off x="2506" y="869"/>
                  <a:ext cx="47" cy="24"/>
                </a:xfrm>
                <a:custGeom>
                  <a:avLst/>
                  <a:gdLst>
                    <a:gd name="T0" fmla="*/ 7 w 49"/>
                    <a:gd name="T1" fmla="*/ 0 h 29"/>
                    <a:gd name="T2" fmla="*/ 14 w 49"/>
                    <a:gd name="T3" fmla="*/ 0 h 29"/>
                    <a:gd name="T4" fmla="*/ 27 w 49"/>
                    <a:gd name="T5" fmla="*/ 2 h 29"/>
                    <a:gd name="T6" fmla="*/ 20 w 49"/>
                    <a:gd name="T7" fmla="*/ 2 h 29"/>
                    <a:gd name="T8" fmla="*/ 3 w 49"/>
                    <a:gd name="T9" fmla="*/ 2 h 29"/>
                    <a:gd name="T10" fmla="*/ 7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0" name="Freeform 19"/>
                <p:cNvSpPr>
                  <a:spLocks/>
                </p:cNvSpPr>
                <p:nvPr userDrawn="1"/>
              </p:nvSpPr>
              <p:spPr bwMode="ltGray">
                <a:xfrm>
                  <a:off x="2555" y="832"/>
                  <a:ext cx="61" cy="42"/>
                </a:xfrm>
                <a:custGeom>
                  <a:avLst/>
                  <a:gdLst>
                    <a:gd name="T0" fmla="*/ 21 w 61"/>
                    <a:gd name="T1" fmla="*/ 5 h 48"/>
                    <a:gd name="T2" fmla="*/ 15 w 61"/>
                    <a:gd name="T3" fmla="*/ 4 h 48"/>
                    <a:gd name="T4" fmla="*/ 3 w 61"/>
                    <a:gd name="T5" fmla="*/ 4 h 48"/>
                    <a:gd name="T6" fmla="*/ 13 w 61"/>
                    <a:gd name="T7" fmla="*/ 4 h 48"/>
                    <a:gd name="T8" fmla="*/ 25 w 61"/>
                    <a:gd name="T9" fmla="*/ 0 h 48"/>
                    <a:gd name="T10" fmla="*/ 49 w 61"/>
                    <a:gd name="T11" fmla="*/ 4 h 48"/>
                    <a:gd name="T12" fmla="*/ 53 w 61"/>
                    <a:gd name="T13" fmla="*/ 4 h 48"/>
                    <a:gd name="T14" fmla="*/ 61 w 61"/>
                    <a:gd name="T15" fmla="*/ 4 h 48"/>
                    <a:gd name="T16" fmla="*/ 41 w 61"/>
                    <a:gd name="T17" fmla="*/ 5 h 48"/>
                    <a:gd name="T18" fmla="*/ 23 w 61"/>
                    <a:gd name="T19" fmla="*/ 7 h 48"/>
                    <a:gd name="T20" fmla="*/ 21 w 61"/>
                    <a:gd name="T21" fmla="*/ 5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1" name="Freeform 20"/>
                <p:cNvSpPr>
                  <a:spLocks/>
                </p:cNvSpPr>
                <p:nvPr userDrawn="1"/>
              </p:nvSpPr>
              <p:spPr bwMode="ltGray">
                <a:xfrm>
                  <a:off x="2572" y="852"/>
                  <a:ext cx="286" cy="149"/>
                </a:xfrm>
                <a:custGeom>
                  <a:avLst/>
                  <a:gdLst>
                    <a:gd name="T0" fmla="*/ 46 w 286"/>
                    <a:gd name="T1" fmla="*/ 2 h 182"/>
                    <a:gd name="T2" fmla="*/ 36 w 286"/>
                    <a:gd name="T3" fmla="*/ 2 h 182"/>
                    <a:gd name="T4" fmla="*/ 26 w 286"/>
                    <a:gd name="T5" fmla="*/ 2 h 182"/>
                    <a:gd name="T6" fmla="*/ 0 w 286"/>
                    <a:gd name="T7" fmla="*/ 2 h 182"/>
                    <a:gd name="T8" fmla="*/ 10 w 286"/>
                    <a:gd name="T9" fmla="*/ 2 h 182"/>
                    <a:gd name="T10" fmla="*/ 16 w 286"/>
                    <a:gd name="T11" fmla="*/ 3 h 182"/>
                    <a:gd name="T12" fmla="*/ 24 w 286"/>
                    <a:gd name="T13" fmla="*/ 2 h 182"/>
                    <a:gd name="T14" fmla="*/ 30 w 286"/>
                    <a:gd name="T15" fmla="*/ 2 h 182"/>
                    <a:gd name="T16" fmla="*/ 48 w 286"/>
                    <a:gd name="T17" fmla="*/ 2 h 182"/>
                    <a:gd name="T18" fmla="*/ 70 w 286"/>
                    <a:gd name="T19" fmla="*/ 3 h 182"/>
                    <a:gd name="T20" fmla="*/ 88 w 286"/>
                    <a:gd name="T21" fmla="*/ 3 h 182"/>
                    <a:gd name="T22" fmla="*/ 106 w 286"/>
                    <a:gd name="T23" fmla="*/ 5 h 182"/>
                    <a:gd name="T24" fmla="*/ 104 w 286"/>
                    <a:gd name="T25" fmla="*/ 6 h 182"/>
                    <a:gd name="T26" fmla="*/ 98 w 286"/>
                    <a:gd name="T27" fmla="*/ 7 h 182"/>
                    <a:gd name="T28" fmla="*/ 122 w 286"/>
                    <a:gd name="T29" fmla="*/ 6 h 182"/>
                    <a:gd name="T30" fmla="*/ 140 w 286"/>
                    <a:gd name="T31" fmla="*/ 7 h 182"/>
                    <a:gd name="T32" fmla="*/ 168 w 286"/>
                    <a:gd name="T33" fmla="*/ 7 h 182"/>
                    <a:gd name="T34" fmla="*/ 174 w 286"/>
                    <a:gd name="T35" fmla="*/ 7 h 182"/>
                    <a:gd name="T36" fmla="*/ 168 w 286"/>
                    <a:gd name="T37" fmla="*/ 7 h 182"/>
                    <a:gd name="T38" fmla="*/ 178 w 286"/>
                    <a:gd name="T39" fmla="*/ 7 h 182"/>
                    <a:gd name="T40" fmla="*/ 186 w 286"/>
                    <a:gd name="T41" fmla="*/ 6 h 182"/>
                    <a:gd name="T42" fmla="*/ 202 w 286"/>
                    <a:gd name="T43" fmla="*/ 6 h 182"/>
                    <a:gd name="T44" fmla="*/ 214 w 286"/>
                    <a:gd name="T45" fmla="*/ 6 h 182"/>
                    <a:gd name="T46" fmla="*/ 244 w 286"/>
                    <a:gd name="T47" fmla="*/ 9 h 182"/>
                    <a:gd name="T48" fmla="*/ 262 w 286"/>
                    <a:gd name="T49" fmla="*/ 9 h 182"/>
                    <a:gd name="T50" fmla="*/ 284 w 286"/>
                    <a:gd name="T51" fmla="*/ 9 h 182"/>
                    <a:gd name="T52" fmla="*/ 268 w 286"/>
                    <a:gd name="T53" fmla="*/ 7 h 182"/>
                    <a:gd name="T54" fmla="*/ 256 w 286"/>
                    <a:gd name="T55" fmla="*/ 7 h 182"/>
                    <a:gd name="T56" fmla="*/ 250 w 286"/>
                    <a:gd name="T57" fmla="*/ 6 h 182"/>
                    <a:gd name="T58" fmla="*/ 248 w 286"/>
                    <a:gd name="T59" fmla="*/ 6 h 182"/>
                    <a:gd name="T60" fmla="*/ 236 w 286"/>
                    <a:gd name="T61" fmla="*/ 6 h 182"/>
                    <a:gd name="T62" fmla="*/ 240 w 286"/>
                    <a:gd name="T63" fmla="*/ 5 h 182"/>
                    <a:gd name="T64" fmla="*/ 220 w 286"/>
                    <a:gd name="T65" fmla="*/ 4 h 182"/>
                    <a:gd name="T66" fmla="*/ 210 w 286"/>
                    <a:gd name="T67" fmla="*/ 3 h 182"/>
                    <a:gd name="T68" fmla="*/ 190 w 286"/>
                    <a:gd name="T69" fmla="*/ 2 h 182"/>
                    <a:gd name="T70" fmla="*/ 168 w 286"/>
                    <a:gd name="T71" fmla="*/ 2 h 182"/>
                    <a:gd name="T72" fmla="*/ 156 w 286"/>
                    <a:gd name="T73" fmla="*/ 2 h 182"/>
                    <a:gd name="T74" fmla="*/ 120 w 286"/>
                    <a:gd name="T75" fmla="*/ 2 h 182"/>
                    <a:gd name="T76" fmla="*/ 102 w 286"/>
                    <a:gd name="T77" fmla="*/ 2 h 182"/>
                    <a:gd name="T78" fmla="*/ 96 w 286"/>
                    <a:gd name="T79" fmla="*/ 0 h 182"/>
                    <a:gd name="T80" fmla="*/ 70 w 286"/>
                    <a:gd name="T81" fmla="*/ 2 h 182"/>
                    <a:gd name="T82" fmla="*/ 56 w 286"/>
                    <a:gd name="T83" fmla="*/ 2 h 182"/>
                    <a:gd name="T84" fmla="*/ 46 w 286"/>
                    <a:gd name="T85" fmla="*/ 2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2" name="Freeform 21"/>
                <p:cNvSpPr>
                  <a:spLocks/>
                </p:cNvSpPr>
                <p:nvPr userDrawn="1"/>
              </p:nvSpPr>
              <p:spPr bwMode="ltGray">
                <a:xfrm>
                  <a:off x="2820" y="866"/>
                  <a:ext cx="78" cy="64"/>
                </a:xfrm>
                <a:custGeom>
                  <a:avLst/>
                  <a:gdLst>
                    <a:gd name="T0" fmla="*/ 1 w 78"/>
                    <a:gd name="T1" fmla="*/ 2 h 78"/>
                    <a:gd name="T2" fmla="*/ 27 w 78"/>
                    <a:gd name="T3" fmla="*/ 3 h 78"/>
                    <a:gd name="T4" fmla="*/ 45 w 78"/>
                    <a:gd name="T5" fmla="*/ 2 h 78"/>
                    <a:gd name="T6" fmla="*/ 57 w 78"/>
                    <a:gd name="T7" fmla="*/ 2 h 78"/>
                    <a:gd name="T8" fmla="*/ 43 w 78"/>
                    <a:gd name="T9" fmla="*/ 2 h 78"/>
                    <a:gd name="T10" fmla="*/ 43 w 78"/>
                    <a:gd name="T11" fmla="*/ 2 h 78"/>
                    <a:gd name="T12" fmla="*/ 71 w 78"/>
                    <a:gd name="T13" fmla="*/ 2 h 78"/>
                    <a:gd name="T14" fmla="*/ 67 w 78"/>
                    <a:gd name="T15" fmla="*/ 2 h 78"/>
                    <a:gd name="T16" fmla="*/ 33 w 78"/>
                    <a:gd name="T17" fmla="*/ 4 h 78"/>
                    <a:gd name="T18" fmla="*/ 9 w 78"/>
                    <a:gd name="T19" fmla="*/ 3 h 78"/>
                    <a:gd name="T20" fmla="*/ 3 w 78"/>
                    <a:gd name="T21" fmla="*/ 3 h 78"/>
                    <a:gd name="T22" fmla="*/ 1 w 78"/>
                    <a:gd name="T23" fmla="*/ 2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3" name="Freeform 22"/>
                <p:cNvSpPr>
                  <a:spLocks/>
                </p:cNvSpPr>
                <p:nvPr userDrawn="1"/>
              </p:nvSpPr>
              <p:spPr bwMode="ltGray">
                <a:xfrm>
                  <a:off x="2984" y="732"/>
                  <a:ext cx="19" cy="14"/>
                </a:xfrm>
                <a:custGeom>
                  <a:avLst/>
                  <a:gdLst>
                    <a:gd name="T0" fmla="*/ 3 w 17"/>
                    <a:gd name="T1" fmla="*/ 2 h 18"/>
                    <a:gd name="T2" fmla="*/ 3 w 17"/>
                    <a:gd name="T3" fmla="*/ 2 h 18"/>
                    <a:gd name="T4" fmla="*/ 3 w 17"/>
                    <a:gd name="T5" fmla="*/ 2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4" name="Freeform 23"/>
                <p:cNvSpPr>
                  <a:spLocks/>
                </p:cNvSpPr>
                <p:nvPr userDrawn="1"/>
              </p:nvSpPr>
              <p:spPr bwMode="ltGray">
                <a:xfrm>
                  <a:off x="3083" y="830"/>
                  <a:ext cx="26" cy="19"/>
                </a:xfrm>
                <a:custGeom>
                  <a:avLst/>
                  <a:gdLst>
                    <a:gd name="T0" fmla="*/ 8 w 26"/>
                    <a:gd name="T1" fmla="*/ 3 h 22"/>
                    <a:gd name="T2" fmla="*/ 14 w 26"/>
                    <a:gd name="T3" fmla="*/ 0 h 22"/>
                    <a:gd name="T4" fmla="*/ 14 w 26"/>
                    <a:gd name="T5" fmla="*/ 3 h 22"/>
                    <a:gd name="T6" fmla="*/ 8 w 26"/>
                    <a:gd name="T7" fmla="*/ 3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5" name="Freeform 24"/>
                <p:cNvSpPr>
                  <a:spLocks/>
                </p:cNvSpPr>
                <p:nvPr userDrawn="1"/>
              </p:nvSpPr>
              <p:spPr bwMode="ltGray">
                <a:xfrm>
                  <a:off x="2766" y="610"/>
                  <a:ext cx="19" cy="12"/>
                </a:xfrm>
                <a:custGeom>
                  <a:avLst/>
                  <a:gdLst>
                    <a:gd name="T0" fmla="*/ 7 w 20"/>
                    <a:gd name="T1" fmla="*/ 2 h 15"/>
                    <a:gd name="T2" fmla="*/ 10 w 20"/>
                    <a:gd name="T3" fmla="*/ 2 h 15"/>
                    <a:gd name="T4" fmla="*/ 9 w 20"/>
                    <a:gd name="T5" fmla="*/ 2 h 15"/>
                    <a:gd name="T6" fmla="*/ 7 w 20"/>
                    <a:gd name="T7" fmla="*/ 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6" name="Freeform 25"/>
                <p:cNvSpPr>
                  <a:spLocks/>
                </p:cNvSpPr>
                <p:nvPr userDrawn="1"/>
              </p:nvSpPr>
              <p:spPr bwMode="ltGray">
                <a:xfrm>
                  <a:off x="2600" y="712"/>
                  <a:ext cx="19" cy="12"/>
                </a:xfrm>
                <a:custGeom>
                  <a:avLst/>
                  <a:gdLst>
                    <a:gd name="T0" fmla="*/ 7 w 20"/>
                    <a:gd name="T1" fmla="*/ 2 h 15"/>
                    <a:gd name="T2" fmla="*/ 10 w 20"/>
                    <a:gd name="T3" fmla="*/ 2 h 15"/>
                    <a:gd name="T4" fmla="*/ 10 w 20"/>
                    <a:gd name="T5" fmla="*/ 2 h 15"/>
                    <a:gd name="T6" fmla="*/ 7 w 20"/>
                    <a:gd name="T7" fmla="*/ 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7" name="Freeform 26"/>
                <p:cNvSpPr>
                  <a:spLocks/>
                </p:cNvSpPr>
                <p:nvPr userDrawn="1"/>
              </p:nvSpPr>
              <p:spPr bwMode="ltGray">
                <a:xfrm>
                  <a:off x="2417" y="680"/>
                  <a:ext cx="80" cy="66"/>
                </a:xfrm>
                <a:custGeom>
                  <a:avLst/>
                  <a:gdLst>
                    <a:gd name="T0" fmla="*/ 0 w 80"/>
                    <a:gd name="T1" fmla="*/ 2 h 80"/>
                    <a:gd name="T2" fmla="*/ 14 w 80"/>
                    <a:gd name="T3" fmla="*/ 2 h 80"/>
                    <a:gd name="T4" fmla="*/ 26 w 80"/>
                    <a:gd name="T5" fmla="*/ 2 h 80"/>
                    <a:gd name="T6" fmla="*/ 48 w 80"/>
                    <a:gd name="T7" fmla="*/ 2 h 80"/>
                    <a:gd name="T8" fmla="*/ 58 w 80"/>
                    <a:gd name="T9" fmla="*/ 0 h 80"/>
                    <a:gd name="T10" fmla="*/ 80 w 80"/>
                    <a:gd name="T11" fmla="*/ 2 h 80"/>
                    <a:gd name="T12" fmla="*/ 70 w 80"/>
                    <a:gd name="T13" fmla="*/ 3 h 80"/>
                    <a:gd name="T14" fmla="*/ 54 w 80"/>
                    <a:gd name="T15" fmla="*/ 4 h 80"/>
                    <a:gd name="T16" fmla="*/ 48 w 80"/>
                    <a:gd name="T17" fmla="*/ 5 h 80"/>
                    <a:gd name="T18" fmla="*/ 32 w 80"/>
                    <a:gd name="T19" fmla="*/ 4 h 80"/>
                    <a:gd name="T20" fmla="*/ 38 w 80"/>
                    <a:gd name="T21" fmla="*/ 3 h 80"/>
                    <a:gd name="T22" fmla="*/ 30 w 80"/>
                    <a:gd name="T23" fmla="*/ 2 h 80"/>
                    <a:gd name="T24" fmla="*/ 20 w 80"/>
                    <a:gd name="T25" fmla="*/ 2 h 80"/>
                    <a:gd name="T26" fmla="*/ 8 w 80"/>
                    <a:gd name="T27" fmla="*/ 3 h 80"/>
                    <a:gd name="T28" fmla="*/ 0 w 80"/>
                    <a:gd name="T29" fmla="*/ 2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8" name="Freeform 27"/>
                <p:cNvSpPr>
                  <a:spLocks/>
                </p:cNvSpPr>
                <p:nvPr userDrawn="1"/>
              </p:nvSpPr>
              <p:spPr bwMode="ltGray">
                <a:xfrm>
                  <a:off x="2391" y="541"/>
                  <a:ext cx="94" cy="142"/>
                </a:xfrm>
                <a:custGeom>
                  <a:avLst/>
                  <a:gdLst>
                    <a:gd name="T0" fmla="*/ 14 w 94"/>
                    <a:gd name="T1" fmla="*/ 5 h 174"/>
                    <a:gd name="T2" fmla="*/ 26 w 94"/>
                    <a:gd name="T3" fmla="*/ 6 h 174"/>
                    <a:gd name="T4" fmla="*/ 32 w 94"/>
                    <a:gd name="T5" fmla="*/ 5 h 174"/>
                    <a:gd name="T6" fmla="*/ 52 w 94"/>
                    <a:gd name="T7" fmla="*/ 5 h 174"/>
                    <a:gd name="T8" fmla="*/ 46 w 94"/>
                    <a:gd name="T9" fmla="*/ 6 h 174"/>
                    <a:gd name="T10" fmla="*/ 66 w 94"/>
                    <a:gd name="T11" fmla="*/ 6 h 174"/>
                    <a:gd name="T12" fmla="*/ 76 w 94"/>
                    <a:gd name="T13" fmla="*/ 7 h 174"/>
                    <a:gd name="T14" fmla="*/ 58 w 94"/>
                    <a:gd name="T15" fmla="*/ 7 h 174"/>
                    <a:gd name="T16" fmla="*/ 74 w 94"/>
                    <a:gd name="T17" fmla="*/ 9 h 174"/>
                    <a:gd name="T18" fmla="*/ 84 w 94"/>
                    <a:gd name="T19" fmla="*/ 7 h 174"/>
                    <a:gd name="T20" fmla="*/ 82 w 94"/>
                    <a:gd name="T21" fmla="*/ 6 h 174"/>
                    <a:gd name="T22" fmla="*/ 60 w 94"/>
                    <a:gd name="T23" fmla="*/ 5 h 174"/>
                    <a:gd name="T24" fmla="*/ 50 w 94"/>
                    <a:gd name="T25" fmla="*/ 4 h 174"/>
                    <a:gd name="T26" fmla="*/ 34 w 94"/>
                    <a:gd name="T27" fmla="*/ 4 h 174"/>
                    <a:gd name="T28" fmla="*/ 30 w 94"/>
                    <a:gd name="T29" fmla="*/ 3 h 174"/>
                    <a:gd name="T30" fmla="*/ 42 w 94"/>
                    <a:gd name="T31" fmla="*/ 2 h 174"/>
                    <a:gd name="T32" fmla="*/ 30 w 94"/>
                    <a:gd name="T33" fmla="*/ 0 h 174"/>
                    <a:gd name="T34" fmla="*/ 18 w 94"/>
                    <a:gd name="T35" fmla="*/ 2 h 174"/>
                    <a:gd name="T36" fmla="*/ 4 w 94"/>
                    <a:gd name="T37" fmla="*/ 2 h 174"/>
                    <a:gd name="T38" fmla="*/ 14 w 94"/>
                    <a:gd name="T39" fmla="*/ 4 h 174"/>
                    <a:gd name="T40" fmla="*/ 14 w 94"/>
                    <a:gd name="T41" fmla="*/ 5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9" name="Freeform 28"/>
                <p:cNvSpPr>
                  <a:spLocks/>
                </p:cNvSpPr>
                <p:nvPr userDrawn="1"/>
              </p:nvSpPr>
              <p:spPr bwMode="ltGray">
                <a:xfrm>
                  <a:off x="2415" y="644"/>
                  <a:ext cx="32" cy="41"/>
                </a:xfrm>
                <a:custGeom>
                  <a:avLst/>
                  <a:gdLst>
                    <a:gd name="T0" fmla="*/ 6 w 32"/>
                    <a:gd name="T1" fmla="*/ 2 h 50"/>
                    <a:gd name="T2" fmla="*/ 12 w 32"/>
                    <a:gd name="T3" fmla="*/ 0 h 50"/>
                    <a:gd name="T4" fmla="*/ 20 w 32"/>
                    <a:gd name="T5" fmla="*/ 2 h 50"/>
                    <a:gd name="T6" fmla="*/ 22 w 32"/>
                    <a:gd name="T7" fmla="*/ 2 h 50"/>
                    <a:gd name="T8" fmla="*/ 28 w 32"/>
                    <a:gd name="T9" fmla="*/ 2 h 50"/>
                    <a:gd name="T10" fmla="*/ 32 w 32"/>
                    <a:gd name="T11" fmla="*/ 2 h 50"/>
                    <a:gd name="T12" fmla="*/ 18 w 32"/>
                    <a:gd name="T13" fmla="*/ 2 h 50"/>
                    <a:gd name="T14" fmla="*/ 6 w 32"/>
                    <a:gd name="T15" fmla="*/ 2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0" name="Freeform 29"/>
                <p:cNvSpPr>
                  <a:spLocks/>
                </p:cNvSpPr>
                <p:nvPr userDrawn="1"/>
              </p:nvSpPr>
              <p:spPr bwMode="ltGray">
                <a:xfrm>
                  <a:off x="2349" y="654"/>
                  <a:ext cx="45" cy="41"/>
                </a:xfrm>
                <a:custGeom>
                  <a:avLst/>
                  <a:gdLst>
                    <a:gd name="T0" fmla="*/ 0 w 43"/>
                    <a:gd name="T1" fmla="*/ 2 h 50"/>
                    <a:gd name="T2" fmla="*/ 41 w 43"/>
                    <a:gd name="T3" fmla="*/ 2 h 50"/>
                    <a:gd name="T4" fmla="*/ 72 w 43"/>
                    <a:gd name="T5" fmla="*/ 0 h 50"/>
                    <a:gd name="T6" fmla="*/ 45 w 43"/>
                    <a:gd name="T7" fmla="*/ 2 h 50"/>
                    <a:gd name="T8" fmla="*/ 2 w 43"/>
                    <a:gd name="T9" fmla="*/ 2 h 50"/>
                    <a:gd name="T10" fmla="*/ 0 w 43"/>
                    <a:gd name="T11" fmla="*/ 2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1" name="Freeform 30"/>
                <p:cNvSpPr>
                  <a:spLocks/>
                </p:cNvSpPr>
                <p:nvPr userDrawn="1"/>
              </p:nvSpPr>
              <p:spPr bwMode="ltGray">
                <a:xfrm>
                  <a:off x="4808" y="597"/>
                  <a:ext cx="701" cy="438"/>
                </a:xfrm>
                <a:custGeom>
                  <a:avLst/>
                  <a:gdLst>
                    <a:gd name="T0" fmla="*/ 7988 w 471"/>
                    <a:gd name="T1" fmla="*/ 218026 h 281"/>
                    <a:gd name="T2" fmla="*/ 9412 w 471"/>
                    <a:gd name="T3" fmla="*/ 195014 h 281"/>
                    <a:gd name="T4" fmla="*/ 8641 w 471"/>
                    <a:gd name="T5" fmla="*/ 190648 h 281"/>
                    <a:gd name="T6" fmla="*/ 6324 w 471"/>
                    <a:gd name="T7" fmla="*/ 170005 h 281"/>
                    <a:gd name="T8" fmla="*/ 1520 w 471"/>
                    <a:gd name="T9" fmla="*/ 167461 h 281"/>
                    <a:gd name="T10" fmla="*/ 0 w 471"/>
                    <a:gd name="T11" fmla="*/ 148755 h 281"/>
                    <a:gd name="T12" fmla="*/ 4725 w 471"/>
                    <a:gd name="T13" fmla="*/ 140509 h 281"/>
                    <a:gd name="T14" fmla="*/ 2262 w 471"/>
                    <a:gd name="T15" fmla="*/ 128519 h 281"/>
                    <a:gd name="T16" fmla="*/ 686 w 471"/>
                    <a:gd name="T17" fmla="*/ 124428 h 281"/>
                    <a:gd name="T18" fmla="*/ 11100 w 471"/>
                    <a:gd name="T19" fmla="*/ 93492 h 281"/>
                    <a:gd name="T20" fmla="*/ 17020 w 471"/>
                    <a:gd name="T21" fmla="*/ 75130 h 281"/>
                    <a:gd name="T22" fmla="*/ 16520 w 471"/>
                    <a:gd name="T23" fmla="*/ 54526 h 281"/>
                    <a:gd name="T24" fmla="*/ 9412 w 471"/>
                    <a:gd name="T25" fmla="*/ 33363 h 281"/>
                    <a:gd name="T26" fmla="*/ 7946 w 471"/>
                    <a:gd name="T27" fmla="*/ 25052 h 281"/>
                    <a:gd name="T28" fmla="*/ 10196 w 471"/>
                    <a:gd name="T29" fmla="*/ 27926 h 281"/>
                    <a:gd name="T30" fmla="*/ 18649 w 471"/>
                    <a:gd name="T31" fmla="*/ 27614 h 281"/>
                    <a:gd name="T32" fmla="*/ 24867 w 471"/>
                    <a:gd name="T33" fmla="*/ 8475 h 281"/>
                    <a:gd name="T34" fmla="*/ 32002 w 471"/>
                    <a:gd name="T35" fmla="*/ 0 h 281"/>
                    <a:gd name="T36" fmla="*/ 34276 w 471"/>
                    <a:gd name="T37" fmla="*/ 1635 h 281"/>
                    <a:gd name="T38" fmla="*/ 35903 w 471"/>
                    <a:gd name="T39" fmla="*/ 7002 h 281"/>
                    <a:gd name="T40" fmla="*/ 38199 w 471"/>
                    <a:gd name="T41" fmla="*/ 3973 h 281"/>
                    <a:gd name="T42" fmla="*/ 42895 w 471"/>
                    <a:gd name="T43" fmla="*/ 6193 h 281"/>
                    <a:gd name="T44" fmla="*/ 45188 w 471"/>
                    <a:gd name="T45" fmla="*/ 7002 h 281"/>
                    <a:gd name="T46" fmla="*/ 55083 w 471"/>
                    <a:gd name="T47" fmla="*/ 10914 h 281"/>
                    <a:gd name="T48" fmla="*/ 60490 w 471"/>
                    <a:gd name="T49" fmla="*/ 18477 h 281"/>
                    <a:gd name="T50" fmla="*/ 65220 w 471"/>
                    <a:gd name="T51" fmla="*/ 13210 h 281"/>
                    <a:gd name="T52" fmla="*/ 67254 w 471"/>
                    <a:gd name="T53" fmla="*/ 10914 h 281"/>
                    <a:gd name="T54" fmla="*/ 75925 w 471"/>
                    <a:gd name="T55" fmla="*/ 10914 h 281"/>
                    <a:gd name="T56" fmla="*/ 82090 w 471"/>
                    <a:gd name="T57" fmla="*/ 25052 h 281"/>
                    <a:gd name="T58" fmla="*/ 90029 w 471"/>
                    <a:gd name="T59" fmla="*/ 45895 h 281"/>
                    <a:gd name="T60" fmla="*/ 95458 w 471"/>
                    <a:gd name="T61" fmla="*/ 54526 h 281"/>
                    <a:gd name="T62" fmla="*/ 100096 w 471"/>
                    <a:gd name="T63" fmla="*/ 52897 h 281"/>
                    <a:gd name="T64" fmla="*/ 105165 w 471"/>
                    <a:gd name="T65" fmla="*/ 50342 h 281"/>
                    <a:gd name="T66" fmla="*/ 113001 w 471"/>
                    <a:gd name="T67" fmla="*/ 55575 h 281"/>
                    <a:gd name="T68" fmla="*/ 116667 w 471"/>
                    <a:gd name="T69" fmla="*/ 62989 h 281"/>
                    <a:gd name="T70" fmla="*/ 119922 w 471"/>
                    <a:gd name="T71" fmla="*/ 69972 h 281"/>
                    <a:gd name="T72" fmla="*/ 123845 w 471"/>
                    <a:gd name="T73" fmla="*/ 86626 h 281"/>
                    <a:gd name="T74" fmla="*/ 125338 w 471"/>
                    <a:gd name="T75" fmla="*/ 93492 h 281"/>
                    <a:gd name="T76" fmla="*/ 126013 w 471"/>
                    <a:gd name="T77" fmla="*/ 97538 h 281"/>
                    <a:gd name="T78" fmla="*/ 120639 w 471"/>
                    <a:gd name="T79" fmla="*/ 110205 h 281"/>
                    <a:gd name="T80" fmla="*/ 125338 w 471"/>
                    <a:gd name="T81" fmla="*/ 110025 h 281"/>
                    <a:gd name="T82" fmla="*/ 133258 w 471"/>
                    <a:gd name="T83" fmla="*/ 120949 h 281"/>
                    <a:gd name="T84" fmla="*/ 141849 w 471"/>
                    <a:gd name="T85" fmla="*/ 122311 h 281"/>
                    <a:gd name="T86" fmla="*/ 148066 w 471"/>
                    <a:gd name="T87" fmla="*/ 130786 h 281"/>
                    <a:gd name="T88" fmla="*/ 148975 w 471"/>
                    <a:gd name="T89" fmla="*/ 134079 h 281"/>
                    <a:gd name="T90" fmla="*/ 148975 w 471"/>
                    <a:gd name="T91" fmla="*/ 136966 h 281"/>
                    <a:gd name="T92" fmla="*/ 153334 w 471"/>
                    <a:gd name="T93" fmla="*/ 134079 h 281"/>
                    <a:gd name="T94" fmla="*/ 155845 w 471"/>
                    <a:gd name="T95" fmla="*/ 133266 h 281"/>
                    <a:gd name="T96" fmla="*/ 170989 w 471"/>
                    <a:gd name="T97" fmla="*/ 143996 h 281"/>
                    <a:gd name="T98" fmla="*/ 173980 w 471"/>
                    <a:gd name="T99" fmla="*/ 154887 h 281"/>
                    <a:gd name="T100" fmla="*/ 181093 w 471"/>
                    <a:gd name="T101" fmla="*/ 156533 h 281"/>
                    <a:gd name="T102" fmla="*/ 183357 w 471"/>
                    <a:gd name="T103" fmla="*/ 167461 h 281"/>
                    <a:gd name="T104" fmla="*/ 175673 w 471"/>
                    <a:gd name="T105" fmla="*/ 200942 h 281"/>
                    <a:gd name="T106" fmla="*/ 169307 w 471"/>
                    <a:gd name="T107" fmla="*/ 219014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2" name="Freeform 31"/>
                <p:cNvSpPr>
                  <a:spLocks/>
                </p:cNvSpPr>
                <p:nvPr userDrawn="1"/>
              </p:nvSpPr>
              <p:spPr bwMode="ltGray">
                <a:xfrm>
                  <a:off x="3880" y="-7"/>
                  <a:ext cx="984" cy="692"/>
                </a:xfrm>
                <a:custGeom>
                  <a:avLst/>
                  <a:gdLst>
                    <a:gd name="T0" fmla="*/ 406 w 984"/>
                    <a:gd name="T1" fmla="*/ 2 h 844"/>
                    <a:gd name="T2" fmla="*/ 502 w 984"/>
                    <a:gd name="T3" fmla="*/ 2 h 844"/>
                    <a:gd name="T4" fmla="*/ 550 w 984"/>
                    <a:gd name="T5" fmla="*/ 2 h 844"/>
                    <a:gd name="T6" fmla="*/ 578 w 984"/>
                    <a:gd name="T7" fmla="*/ 6 h 844"/>
                    <a:gd name="T8" fmla="*/ 586 w 984"/>
                    <a:gd name="T9" fmla="*/ 5 h 844"/>
                    <a:gd name="T10" fmla="*/ 606 w 984"/>
                    <a:gd name="T11" fmla="*/ 3 h 844"/>
                    <a:gd name="T12" fmla="*/ 642 w 984"/>
                    <a:gd name="T13" fmla="*/ 6 h 844"/>
                    <a:gd name="T14" fmla="*/ 682 w 984"/>
                    <a:gd name="T15" fmla="*/ 5 h 844"/>
                    <a:gd name="T16" fmla="*/ 706 w 984"/>
                    <a:gd name="T17" fmla="*/ 4 h 844"/>
                    <a:gd name="T18" fmla="*/ 762 w 984"/>
                    <a:gd name="T19" fmla="*/ 2 h 844"/>
                    <a:gd name="T20" fmla="*/ 798 w 984"/>
                    <a:gd name="T21" fmla="*/ 3 h 844"/>
                    <a:gd name="T22" fmla="*/ 798 w 984"/>
                    <a:gd name="T23" fmla="*/ 6 h 844"/>
                    <a:gd name="T24" fmla="*/ 790 w 984"/>
                    <a:gd name="T25" fmla="*/ 7 h 844"/>
                    <a:gd name="T26" fmla="*/ 766 w 984"/>
                    <a:gd name="T27" fmla="*/ 8 h 844"/>
                    <a:gd name="T28" fmla="*/ 762 w 984"/>
                    <a:gd name="T29" fmla="*/ 9 h 844"/>
                    <a:gd name="T30" fmla="*/ 802 w 984"/>
                    <a:gd name="T31" fmla="*/ 11 h 844"/>
                    <a:gd name="T32" fmla="*/ 786 w 984"/>
                    <a:gd name="T33" fmla="*/ 16 h 844"/>
                    <a:gd name="T34" fmla="*/ 830 w 984"/>
                    <a:gd name="T35" fmla="*/ 21 h 844"/>
                    <a:gd name="T36" fmla="*/ 854 w 984"/>
                    <a:gd name="T37" fmla="*/ 23 h 844"/>
                    <a:gd name="T38" fmla="*/ 830 w 984"/>
                    <a:gd name="T39" fmla="*/ 23 h 844"/>
                    <a:gd name="T40" fmla="*/ 746 w 984"/>
                    <a:gd name="T41" fmla="*/ 20 h 844"/>
                    <a:gd name="T42" fmla="*/ 678 w 984"/>
                    <a:gd name="T43" fmla="*/ 20 h 844"/>
                    <a:gd name="T44" fmla="*/ 590 w 984"/>
                    <a:gd name="T45" fmla="*/ 23 h 844"/>
                    <a:gd name="T46" fmla="*/ 642 w 984"/>
                    <a:gd name="T47" fmla="*/ 30 h 844"/>
                    <a:gd name="T48" fmla="*/ 710 w 984"/>
                    <a:gd name="T49" fmla="*/ 32 h 844"/>
                    <a:gd name="T50" fmla="*/ 738 w 984"/>
                    <a:gd name="T51" fmla="*/ 28 h 844"/>
                    <a:gd name="T52" fmla="*/ 774 w 984"/>
                    <a:gd name="T53" fmla="*/ 29 h 844"/>
                    <a:gd name="T54" fmla="*/ 766 w 984"/>
                    <a:gd name="T55" fmla="*/ 32 h 844"/>
                    <a:gd name="T56" fmla="*/ 802 w 984"/>
                    <a:gd name="T57" fmla="*/ 34 h 844"/>
                    <a:gd name="T58" fmla="*/ 838 w 984"/>
                    <a:gd name="T59" fmla="*/ 34 h 844"/>
                    <a:gd name="T60" fmla="*/ 922 w 984"/>
                    <a:gd name="T61" fmla="*/ 41 h 844"/>
                    <a:gd name="T62" fmla="*/ 942 w 984"/>
                    <a:gd name="T63" fmla="*/ 42 h 844"/>
                    <a:gd name="T64" fmla="*/ 874 w 984"/>
                    <a:gd name="T65" fmla="*/ 41 h 844"/>
                    <a:gd name="T66" fmla="*/ 830 w 984"/>
                    <a:gd name="T67" fmla="*/ 39 h 844"/>
                    <a:gd name="T68" fmla="*/ 778 w 984"/>
                    <a:gd name="T69" fmla="*/ 36 h 844"/>
                    <a:gd name="T70" fmla="*/ 702 w 984"/>
                    <a:gd name="T71" fmla="*/ 34 h 844"/>
                    <a:gd name="T72" fmla="*/ 614 w 984"/>
                    <a:gd name="T73" fmla="*/ 33 h 844"/>
                    <a:gd name="T74" fmla="*/ 506 w 984"/>
                    <a:gd name="T75" fmla="*/ 30 h 844"/>
                    <a:gd name="T76" fmla="*/ 462 w 984"/>
                    <a:gd name="T77" fmla="*/ 26 h 844"/>
                    <a:gd name="T78" fmla="*/ 430 w 984"/>
                    <a:gd name="T79" fmla="*/ 24 h 844"/>
                    <a:gd name="T80" fmla="*/ 382 w 984"/>
                    <a:gd name="T81" fmla="*/ 21 h 844"/>
                    <a:gd name="T82" fmla="*/ 342 w 984"/>
                    <a:gd name="T83" fmla="*/ 19 h 844"/>
                    <a:gd name="T84" fmla="*/ 354 w 984"/>
                    <a:gd name="T85" fmla="*/ 21 h 844"/>
                    <a:gd name="T86" fmla="*/ 418 w 984"/>
                    <a:gd name="T87" fmla="*/ 25 h 844"/>
                    <a:gd name="T88" fmla="*/ 422 w 984"/>
                    <a:gd name="T89" fmla="*/ 26 h 844"/>
                    <a:gd name="T90" fmla="*/ 394 w 984"/>
                    <a:gd name="T91" fmla="*/ 26 h 844"/>
                    <a:gd name="T92" fmla="*/ 354 w 984"/>
                    <a:gd name="T93" fmla="*/ 24 h 844"/>
                    <a:gd name="T94" fmla="*/ 314 w 984"/>
                    <a:gd name="T95" fmla="*/ 20 h 844"/>
                    <a:gd name="T96" fmla="*/ 266 w 984"/>
                    <a:gd name="T97" fmla="*/ 17 h 844"/>
                    <a:gd name="T98" fmla="*/ 210 w 984"/>
                    <a:gd name="T99" fmla="*/ 16 h 844"/>
                    <a:gd name="T100" fmla="*/ 154 w 984"/>
                    <a:gd name="T101" fmla="*/ 11 h 844"/>
                    <a:gd name="T102" fmla="*/ 66 w 984"/>
                    <a:gd name="T103" fmla="*/ 3 h 844"/>
                    <a:gd name="T104" fmla="*/ 34 w 984"/>
                    <a:gd name="T105" fmla="*/ 2 h 844"/>
                    <a:gd name="T106" fmla="*/ 46 w 984"/>
                    <a:gd name="T107" fmla="*/ 2 h 844"/>
                    <a:gd name="T108" fmla="*/ 102 w 984"/>
                    <a:gd name="T109" fmla="*/ 3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3" name="Freeform 32"/>
                <p:cNvSpPr>
                  <a:spLocks/>
                </p:cNvSpPr>
                <p:nvPr userDrawn="1"/>
              </p:nvSpPr>
              <p:spPr bwMode="ltGray">
                <a:xfrm>
                  <a:off x="3577" y="490"/>
                  <a:ext cx="36" cy="39"/>
                </a:xfrm>
                <a:custGeom>
                  <a:avLst/>
                  <a:gdLst>
                    <a:gd name="T0" fmla="*/ 6 w 36"/>
                    <a:gd name="T1" fmla="*/ 2 h 48"/>
                    <a:gd name="T2" fmla="*/ 10 w 36"/>
                    <a:gd name="T3" fmla="*/ 2 h 48"/>
                    <a:gd name="T4" fmla="*/ 6 w 36"/>
                    <a:gd name="T5" fmla="*/ 2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4" name="Freeform 33"/>
                <p:cNvSpPr>
                  <a:spLocks/>
                </p:cNvSpPr>
                <p:nvPr userDrawn="1"/>
              </p:nvSpPr>
              <p:spPr bwMode="ltGray">
                <a:xfrm>
                  <a:off x="3549" y="475"/>
                  <a:ext cx="38" cy="29"/>
                </a:xfrm>
                <a:custGeom>
                  <a:avLst/>
                  <a:gdLst>
                    <a:gd name="T0" fmla="*/ 0 w 36"/>
                    <a:gd name="T1" fmla="*/ 2 h 37"/>
                    <a:gd name="T2" fmla="*/ 27 w 36"/>
                    <a:gd name="T3" fmla="*/ 1 h 37"/>
                    <a:gd name="T4" fmla="*/ 80 w 36"/>
                    <a:gd name="T5" fmla="*/ 2 h 37"/>
                    <a:gd name="T6" fmla="*/ 8 w 36"/>
                    <a:gd name="T7" fmla="*/ 2 h 37"/>
                    <a:gd name="T8" fmla="*/ 0 w 36"/>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5" name="Freeform 34"/>
                <p:cNvSpPr>
                  <a:spLocks/>
                </p:cNvSpPr>
                <p:nvPr userDrawn="1"/>
              </p:nvSpPr>
              <p:spPr bwMode="ltGray">
                <a:xfrm>
                  <a:off x="4686" y="394"/>
                  <a:ext cx="171" cy="81"/>
                </a:xfrm>
                <a:custGeom>
                  <a:avLst/>
                  <a:gdLst>
                    <a:gd name="T0" fmla="*/ 0 w 170"/>
                    <a:gd name="T1" fmla="*/ 4 h 96"/>
                    <a:gd name="T2" fmla="*/ 28 w 170"/>
                    <a:gd name="T3" fmla="*/ 3 h 96"/>
                    <a:gd name="T4" fmla="*/ 56 w 170"/>
                    <a:gd name="T5" fmla="*/ 3 h 96"/>
                    <a:gd name="T6" fmla="*/ 80 w 170"/>
                    <a:gd name="T7" fmla="*/ 3 h 96"/>
                    <a:gd name="T8" fmla="*/ 64 w 170"/>
                    <a:gd name="T9" fmla="*/ 3 h 96"/>
                    <a:gd name="T10" fmla="*/ 139 w 170"/>
                    <a:gd name="T11" fmla="*/ 4 h 96"/>
                    <a:gd name="T12" fmla="*/ 175 w 170"/>
                    <a:gd name="T13" fmla="*/ 5 h 96"/>
                    <a:gd name="T14" fmla="*/ 131 w 170"/>
                    <a:gd name="T15" fmla="*/ 6 h 96"/>
                    <a:gd name="T16" fmla="*/ 103 w 170"/>
                    <a:gd name="T17" fmla="*/ 5 h 96"/>
                    <a:gd name="T18" fmla="*/ 76 w 170"/>
                    <a:gd name="T19" fmla="*/ 4 h 96"/>
                    <a:gd name="T20" fmla="*/ 24 w 170"/>
                    <a:gd name="T21" fmla="*/ 3 h 96"/>
                    <a:gd name="T22" fmla="*/ 0 w 170"/>
                    <a:gd name="T23" fmla="*/ 4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6" name="Freeform 35"/>
                <p:cNvSpPr>
                  <a:spLocks/>
                </p:cNvSpPr>
                <p:nvPr userDrawn="1"/>
              </p:nvSpPr>
              <p:spPr bwMode="ltGray">
                <a:xfrm>
                  <a:off x="4867" y="460"/>
                  <a:ext cx="138" cy="37"/>
                </a:xfrm>
                <a:custGeom>
                  <a:avLst/>
                  <a:gdLst>
                    <a:gd name="T0" fmla="*/ 0 w 138"/>
                    <a:gd name="T1" fmla="*/ 0 h 44"/>
                    <a:gd name="T2" fmla="*/ 52 w 138"/>
                    <a:gd name="T3" fmla="*/ 3 h 44"/>
                    <a:gd name="T4" fmla="*/ 88 w 138"/>
                    <a:gd name="T5" fmla="*/ 3 h 44"/>
                    <a:gd name="T6" fmla="*/ 112 w 138"/>
                    <a:gd name="T7" fmla="*/ 3 h 44"/>
                    <a:gd name="T8" fmla="*/ 108 w 138"/>
                    <a:gd name="T9" fmla="*/ 3 h 44"/>
                    <a:gd name="T10" fmla="*/ 64 w 138"/>
                    <a:gd name="T11" fmla="*/ 3 h 44"/>
                    <a:gd name="T12" fmla="*/ 0 w 138"/>
                    <a:gd name="T13" fmla="*/ 3 h 44"/>
                    <a:gd name="T14" fmla="*/ 28 w 138"/>
                    <a:gd name="T15" fmla="*/ 3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7" name="Freeform 36"/>
                <p:cNvSpPr>
                  <a:spLocks/>
                </p:cNvSpPr>
                <p:nvPr userDrawn="1"/>
              </p:nvSpPr>
              <p:spPr bwMode="ltGray">
                <a:xfrm>
                  <a:off x="4794" y="480"/>
                  <a:ext cx="56" cy="34"/>
                </a:xfrm>
                <a:custGeom>
                  <a:avLst/>
                  <a:gdLst>
                    <a:gd name="T0" fmla="*/ 17 w 57"/>
                    <a:gd name="T1" fmla="*/ 2 h 42"/>
                    <a:gd name="T2" fmla="*/ 28 w 57"/>
                    <a:gd name="T3" fmla="*/ 2 h 42"/>
                    <a:gd name="T4" fmla="*/ 17 w 57"/>
                    <a:gd name="T5" fmla="*/ 2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8" name="Freeform 37"/>
                <p:cNvSpPr>
                  <a:spLocks/>
                </p:cNvSpPr>
                <p:nvPr userDrawn="1"/>
              </p:nvSpPr>
              <p:spPr bwMode="ltGray">
                <a:xfrm>
                  <a:off x="4757" y="375"/>
                  <a:ext cx="37" cy="44"/>
                </a:xfrm>
                <a:custGeom>
                  <a:avLst/>
                  <a:gdLst>
                    <a:gd name="T0" fmla="*/ 9 w 39"/>
                    <a:gd name="T1" fmla="*/ 3 h 52"/>
                    <a:gd name="T2" fmla="*/ 9 w 39"/>
                    <a:gd name="T3" fmla="*/ 0 h 52"/>
                    <a:gd name="T4" fmla="*/ 9 w 39"/>
                    <a:gd name="T5" fmla="*/ 3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9" name="Freeform 38"/>
                <p:cNvSpPr>
                  <a:spLocks/>
                </p:cNvSpPr>
                <p:nvPr userDrawn="1"/>
              </p:nvSpPr>
              <p:spPr bwMode="ltGray">
                <a:xfrm>
                  <a:off x="5054" y="507"/>
                  <a:ext cx="45" cy="66"/>
                </a:xfrm>
                <a:custGeom>
                  <a:avLst/>
                  <a:gdLst>
                    <a:gd name="T0" fmla="*/ 4 w 44"/>
                    <a:gd name="T1" fmla="*/ 2 h 80"/>
                    <a:gd name="T2" fmla="*/ 20 w 44"/>
                    <a:gd name="T3" fmla="*/ 2 h 80"/>
                    <a:gd name="T4" fmla="*/ 39 w 44"/>
                    <a:gd name="T5" fmla="*/ 2 h 80"/>
                    <a:gd name="T6" fmla="*/ 51 w 44"/>
                    <a:gd name="T7" fmla="*/ 3 h 80"/>
                    <a:gd name="T8" fmla="*/ 39 w 44"/>
                    <a:gd name="T9" fmla="*/ 4 h 80"/>
                    <a:gd name="T10" fmla="*/ 0 w 44"/>
                    <a:gd name="T11" fmla="*/ 2 h 80"/>
                    <a:gd name="T12" fmla="*/ 4 w 44"/>
                    <a:gd name="T13" fmla="*/ 2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0" name="Freeform 39"/>
                <p:cNvSpPr>
                  <a:spLocks/>
                </p:cNvSpPr>
                <p:nvPr userDrawn="1"/>
              </p:nvSpPr>
              <p:spPr bwMode="ltGray">
                <a:xfrm>
                  <a:off x="4260" y="6"/>
                  <a:ext cx="480" cy="100"/>
                </a:xfrm>
                <a:custGeom>
                  <a:avLst/>
                  <a:gdLst>
                    <a:gd name="T0" fmla="*/ 83771 w 323"/>
                    <a:gd name="T1" fmla="*/ 1091 h 64"/>
                    <a:gd name="T2" fmla="*/ 87877 w 323"/>
                    <a:gd name="T3" fmla="*/ 6505 h 64"/>
                    <a:gd name="T4" fmla="*/ 89460 w 323"/>
                    <a:gd name="T5" fmla="*/ 0 h 64"/>
                    <a:gd name="T6" fmla="*/ 101018 w 323"/>
                    <a:gd name="T7" fmla="*/ 0 h 64"/>
                    <a:gd name="T8" fmla="*/ 109508 w 323"/>
                    <a:gd name="T9" fmla="*/ 14019 h 64"/>
                    <a:gd name="T10" fmla="*/ 121274 w 323"/>
                    <a:gd name="T11" fmla="*/ 8211 h 64"/>
                    <a:gd name="T12" fmla="*/ 119609 w 323"/>
                    <a:gd name="T13" fmla="*/ 23111 h 64"/>
                    <a:gd name="T14" fmla="*/ 113381 w 323"/>
                    <a:gd name="T15" fmla="*/ 37586 h 64"/>
                    <a:gd name="T16" fmla="*/ 112148 w 323"/>
                    <a:gd name="T17" fmla="*/ 23111 h 64"/>
                    <a:gd name="T18" fmla="*/ 109508 w 323"/>
                    <a:gd name="T19" fmla="*/ 24814 h 64"/>
                    <a:gd name="T20" fmla="*/ 106429 w 323"/>
                    <a:gd name="T21" fmla="*/ 23111 h 64"/>
                    <a:gd name="T22" fmla="*/ 100067 w 323"/>
                    <a:gd name="T23" fmla="*/ 17173 h 64"/>
                    <a:gd name="T24" fmla="*/ 86901 w 323"/>
                    <a:gd name="T25" fmla="*/ 30517 h 64"/>
                    <a:gd name="T26" fmla="*/ 76585 w 323"/>
                    <a:gd name="T27" fmla="*/ 35813 h 64"/>
                    <a:gd name="T28" fmla="*/ 80637 w 323"/>
                    <a:gd name="T29" fmla="*/ 45973 h 64"/>
                    <a:gd name="T30" fmla="*/ 71618 w 323"/>
                    <a:gd name="T31" fmla="*/ 50544 h 64"/>
                    <a:gd name="T32" fmla="*/ 64216 w 323"/>
                    <a:gd name="T33" fmla="*/ 48942 h 64"/>
                    <a:gd name="T34" fmla="*/ 67337 w 323"/>
                    <a:gd name="T35" fmla="*/ 45973 h 64"/>
                    <a:gd name="T36" fmla="*/ 64938 w 323"/>
                    <a:gd name="T37" fmla="*/ 32348 h 64"/>
                    <a:gd name="T38" fmla="*/ 64216 w 323"/>
                    <a:gd name="T39" fmla="*/ 24814 h 64"/>
                    <a:gd name="T40" fmla="*/ 60199 w 323"/>
                    <a:gd name="T41" fmla="*/ 18758 h 64"/>
                    <a:gd name="T42" fmla="*/ 54161 w 323"/>
                    <a:gd name="T43" fmla="*/ 21905 h 64"/>
                    <a:gd name="T44" fmla="*/ 51039 w 323"/>
                    <a:gd name="T45" fmla="*/ 21905 h 64"/>
                    <a:gd name="T46" fmla="*/ 46884 w 323"/>
                    <a:gd name="T47" fmla="*/ 20047 h 64"/>
                    <a:gd name="T48" fmla="*/ 31549 w 323"/>
                    <a:gd name="T49" fmla="*/ 1705 h 64"/>
                    <a:gd name="T50" fmla="*/ 22618 w 323"/>
                    <a:gd name="T51" fmla="*/ 11253 h 64"/>
                    <a:gd name="T52" fmla="*/ 1 w 323"/>
                    <a:gd name="T53" fmla="*/ 0 h 64"/>
                    <a:gd name="T54" fmla="*/ 83771 w 323"/>
                    <a:gd name="T55" fmla="*/ 109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1" name="Freeform 40"/>
                <p:cNvSpPr>
                  <a:spLocks/>
                </p:cNvSpPr>
                <p:nvPr userDrawn="1"/>
              </p:nvSpPr>
              <p:spPr bwMode="ltGray">
                <a:xfrm>
                  <a:off x="3835" y="3"/>
                  <a:ext cx="446" cy="49"/>
                </a:xfrm>
                <a:custGeom>
                  <a:avLst/>
                  <a:gdLst>
                    <a:gd name="T0" fmla="*/ 40241 w 300"/>
                    <a:gd name="T1" fmla="*/ 29681 h 31"/>
                    <a:gd name="T2" fmla="*/ 11713 w 300"/>
                    <a:gd name="T3" fmla="*/ 1279 h 31"/>
                    <a:gd name="T4" fmla="*/ 109208 w 300"/>
                    <a:gd name="T5" fmla="*/ 0 h 31"/>
                    <a:gd name="T6" fmla="*/ 113272 w 300"/>
                    <a:gd name="T7" fmla="*/ 13426 h 31"/>
                    <a:gd name="T8" fmla="*/ 101044 w 300"/>
                    <a:gd name="T9" fmla="*/ 15383 h 31"/>
                    <a:gd name="T10" fmla="*/ 40241 w 300"/>
                    <a:gd name="T11" fmla="*/ 29681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2" name="Freeform 41"/>
                <p:cNvSpPr>
                  <a:spLocks/>
                </p:cNvSpPr>
                <p:nvPr userDrawn="1"/>
              </p:nvSpPr>
              <p:spPr bwMode="ltGray">
                <a:xfrm>
                  <a:off x="2853" y="74"/>
                  <a:ext cx="42" cy="25"/>
                </a:xfrm>
                <a:custGeom>
                  <a:avLst/>
                  <a:gdLst>
                    <a:gd name="T0" fmla="*/ 0 w 41"/>
                    <a:gd name="T1" fmla="*/ 3 h 29"/>
                    <a:gd name="T2" fmla="*/ 12 w 41"/>
                    <a:gd name="T3" fmla="*/ 3 h 29"/>
                    <a:gd name="T4" fmla="*/ 0 w 41"/>
                    <a:gd name="T5" fmla="*/ 3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3" name="Freeform 42"/>
                <p:cNvSpPr>
                  <a:spLocks/>
                </p:cNvSpPr>
                <p:nvPr userDrawn="1"/>
              </p:nvSpPr>
              <p:spPr bwMode="ltGray">
                <a:xfrm>
                  <a:off x="1704" y="3"/>
                  <a:ext cx="1022" cy="372"/>
                </a:xfrm>
                <a:custGeom>
                  <a:avLst/>
                  <a:gdLst>
                    <a:gd name="T0" fmla="*/ 25861419 w 436"/>
                    <a:gd name="T1" fmla="*/ 548578 h 152"/>
                    <a:gd name="T2" fmla="*/ 154524473 w 436"/>
                    <a:gd name="T3" fmla="*/ 0 h 152"/>
                    <a:gd name="T4" fmla="*/ 147374486 w 436"/>
                    <a:gd name="T5" fmla="*/ 36526122 h 152"/>
                    <a:gd name="T6" fmla="*/ 140743099 w 436"/>
                    <a:gd name="T7" fmla="*/ 45900314 h 152"/>
                    <a:gd name="T8" fmla="*/ 138924928 w 436"/>
                    <a:gd name="T9" fmla="*/ 47333755 h 152"/>
                    <a:gd name="T10" fmla="*/ 132865898 w 436"/>
                    <a:gd name="T11" fmla="*/ 49506188 h 152"/>
                    <a:gd name="T12" fmla="*/ 127888603 w 436"/>
                    <a:gd name="T13" fmla="*/ 59429406 h 152"/>
                    <a:gd name="T14" fmla="*/ 128357863 w 436"/>
                    <a:gd name="T15" fmla="*/ 66896919 h 152"/>
                    <a:gd name="T16" fmla="*/ 128934943 w 436"/>
                    <a:gd name="T17" fmla="*/ 72446599 h 152"/>
                    <a:gd name="T18" fmla="*/ 129710604 w 436"/>
                    <a:gd name="T19" fmla="*/ 76595963 h 152"/>
                    <a:gd name="T20" fmla="*/ 128357863 w 436"/>
                    <a:gd name="T21" fmla="*/ 82694252 h 152"/>
                    <a:gd name="T22" fmla="*/ 124426908 w 436"/>
                    <a:gd name="T23" fmla="*/ 81351686 h 152"/>
                    <a:gd name="T24" fmla="*/ 121258814 w 436"/>
                    <a:gd name="T25" fmla="*/ 87349413 h 152"/>
                    <a:gd name="T26" fmla="*/ 122935869 w 436"/>
                    <a:gd name="T27" fmla="*/ 71068312 h 152"/>
                    <a:gd name="T28" fmla="*/ 119720650 w 436"/>
                    <a:gd name="T29" fmla="*/ 67785196 h 152"/>
                    <a:gd name="T30" fmla="*/ 121833914 w 436"/>
                    <a:gd name="T31" fmla="*/ 63073317 h 152"/>
                    <a:gd name="T32" fmla="*/ 121258814 w 436"/>
                    <a:gd name="T33" fmla="*/ 60352267 h 152"/>
                    <a:gd name="T34" fmla="*/ 113390574 w 436"/>
                    <a:gd name="T35" fmla="*/ 63621278 h 152"/>
                    <a:gd name="T36" fmla="*/ 112348183 w 436"/>
                    <a:gd name="T37" fmla="*/ 57523606 h 152"/>
                    <a:gd name="T38" fmla="*/ 105187306 w 436"/>
                    <a:gd name="T39" fmla="*/ 63621278 h 152"/>
                    <a:gd name="T40" fmla="*/ 113390574 w 436"/>
                    <a:gd name="T41" fmla="*/ 69725771 h 152"/>
                    <a:gd name="T42" fmla="*/ 108111890 w 436"/>
                    <a:gd name="T43" fmla="*/ 79087648 h 152"/>
                    <a:gd name="T44" fmla="*/ 110227156 w 436"/>
                    <a:gd name="T45" fmla="*/ 85182068 h 152"/>
                    <a:gd name="T46" fmla="*/ 111572415 w 436"/>
                    <a:gd name="T47" fmla="*/ 93447707 h 152"/>
                    <a:gd name="T48" fmla="*/ 109459622 w 436"/>
                    <a:gd name="T49" fmla="*/ 94011265 h 152"/>
                    <a:gd name="T50" fmla="*/ 111241646 w 436"/>
                    <a:gd name="T51" fmla="*/ 97293015 h 152"/>
                    <a:gd name="T52" fmla="*/ 108874759 w 436"/>
                    <a:gd name="T53" fmla="*/ 102821162 h 152"/>
                    <a:gd name="T54" fmla="*/ 0 w 436"/>
                    <a:gd name="T55" fmla="*/ 100931542 h 152"/>
                    <a:gd name="T56" fmla="*/ 25861419 w 436"/>
                    <a:gd name="T57" fmla="*/ 548578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4" name="Freeform 43"/>
                <p:cNvSpPr>
                  <a:spLocks/>
                </p:cNvSpPr>
                <p:nvPr userDrawn="1"/>
              </p:nvSpPr>
              <p:spPr bwMode="ltGray">
                <a:xfrm>
                  <a:off x="2729" y="-9"/>
                  <a:ext cx="47" cy="134"/>
                </a:xfrm>
                <a:custGeom>
                  <a:avLst/>
                  <a:gdLst>
                    <a:gd name="T0" fmla="*/ 5 w 47"/>
                    <a:gd name="T1" fmla="*/ 6 h 165"/>
                    <a:gd name="T2" fmla="*/ 15 w 47"/>
                    <a:gd name="T3" fmla="*/ 5 h 165"/>
                    <a:gd name="T4" fmla="*/ 17 w 47"/>
                    <a:gd name="T5" fmla="*/ 2 h 165"/>
                    <a:gd name="T6" fmla="*/ 11 w 47"/>
                    <a:gd name="T7" fmla="*/ 2 h 165"/>
                    <a:gd name="T8" fmla="*/ 17 w 47"/>
                    <a:gd name="T9" fmla="*/ 2 h 165"/>
                    <a:gd name="T10" fmla="*/ 21 w 47"/>
                    <a:gd name="T11" fmla="*/ 0 h 165"/>
                    <a:gd name="T12" fmla="*/ 31 w 47"/>
                    <a:gd name="T13" fmla="*/ 2 h 165"/>
                    <a:gd name="T14" fmla="*/ 47 w 47"/>
                    <a:gd name="T15" fmla="*/ 4 h 165"/>
                    <a:gd name="T16" fmla="*/ 31 w 47"/>
                    <a:gd name="T17" fmla="*/ 5 h 165"/>
                    <a:gd name="T18" fmla="*/ 23 w 47"/>
                    <a:gd name="T19" fmla="*/ 5 h 165"/>
                    <a:gd name="T20" fmla="*/ 21 w 47"/>
                    <a:gd name="T21" fmla="*/ 6 h 165"/>
                    <a:gd name="T22" fmla="*/ 27 w 47"/>
                    <a:gd name="T23" fmla="*/ 6 h 165"/>
                    <a:gd name="T24" fmla="*/ 31 w 47"/>
                    <a:gd name="T25" fmla="*/ 6 h 165"/>
                    <a:gd name="T26" fmla="*/ 13 w 47"/>
                    <a:gd name="T27" fmla="*/ 6 h 165"/>
                    <a:gd name="T28" fmla="*/ 7 w 47"/>
                    <a:gd name="T29" fmla="*/ 6 h 165"/>
                    <a:gd name="T30" fmla="*/ 3 w 47"/>
                    <a:gd name="T31" fmla="*/ 6 h 165"/>
                    <a:gd name="T32" fmla="*/ 5 w 47"/>
                    <a:gd name="T33" fmla="*/ 6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5" name="Freeform 44"/>
                <p:cNvSpPr>
                  <a:spLocks/>
                </p:cNvSpPr>
                <p:nvPr userDrawn="1"/>
              </p:nvSpPr>
              <p:spPr bwMode="ltGray">
                <a:xfrm>
                  <a:off x="2701" y="103"/>
                  <a:ext cx="138" cy="84"/>
                </a:xfrm>
                <a:custGeom>
                  <a:avLst/>
                  <a:gdLst>
                    <a:gd name="T0" fmla="*/ 26 w 138"/>
                    <a:gd name="T1" fmla="*/ 3 h 103"/>
                    <a:gd name="T2" fmla="*/ 30 w 138"/>
                    <a:gd name="T3" fmla="*/ 2 h 103"/>
                    <a:gd name="T4" fmla="*/ 50 w 138"/>
                    <a:gd name="T5" fmla="*/ 2 h 103"/>
                    <a:gd name="T6" fmla="*/ 54 w 138"/>
                    <a:gd name="T7" fmla="*/ 2 h 103"/>
                    <a:gd name="T8" fmla="*/ 66 w 138"/>
                    <a:gd name="T9" fmla="*/ 2 h 103"/>
                    <a:gd name="T10" fmla="*/ 80 w 138"/>
                    <a:gd name="T11" fmla="*/ 2 h 103"/>
                    <a:gd name="T12" fmla="*/ 116 w 138"/>
                    <a:gd name="T13" fmla="*/ 2 h 103"/>
                    <a:gd name="T14" fmla="*/ 130 w 138"/>
                    <a:gd name="T15" fmla="*/ 2 h 103"/>
                    <a:gd name="T16" fmla="*/ 138 w 138"/>
                    <a:gd name="T17" fmla="*/ 2 h 103"/>
                    <a:gd name="T18" fmla="*/ 106 w 138"/>
                    <a:gd name="T19" fmla="*/ 2 h 103"/>
                    <a:gd name="T20" fmla="*/ 84 w 138"/>
                    <a:gd name="T21" fmla="*/ 3 h 103"/>
                    <a:gd name="T22" fmla="*/ 66 w 138"/>
                    <a:gd name="T23" fmla="*/ 4 h 103"/>
                    <a:gd name="T24" fmla="*/ 48 w 138"/>
                    <a:gd name="T25" fmla="*/ 5 h 103"/>
                    <a:gd name="T26" fmla="*/ 26 w 138"/>
                    <a:gd name="T27" fmla="*/ 5 h 103"/>
                    <a:gd name="T28" fmla="*/ 20 w 138"/>
                    <a:gd name="T29" fmla="*/ 4 h 103"/>
                    <a:gd name="T30" fmla="*/ 22 w 138"/>
                    <a:gd name="T31" fmla="*/ 5 h 103"/>
                    <a:gd name="T32" fmla="*/ 0 w 138"/>
                    <a:gd name="T33" fmla="*/ 5 h 103"/>
                    <a:gd name="T34" fmla="*/ 10 w 138"/>
                    <a:gd name="T35" fmla="*/ 4 h 103"/>
                    <a:gd name="T36" fmla="*/ 26 w 138"/>
                    <a:gd name="T37" fmla="*/ 3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6" name="Freeform 45"/>
                <p:cNvSpPr>
                  <a:spLocks/>
                </p:cNvSpPr>
                <p:nvPr userDrawn="1"/>
              </p:nvSpPr>
              <p:spPr bwMode="ltGray">
                <a:xfrm>
                  <a:off x="2553" y="182"/>
                  <a:ext cx="187" cy="176"/>
                </a:xfrm>
                <a:custGeom>
                  <a:avLst/>
                  <a:gdLst>
                    <a:gd name="T0" fmla="*/ 143 w 188"/>
                    <a:gd name="T1" fmla="*/ 2 h 214"/>
                    <a:gd name="T2" fmla="*/ 145 w 188"/>
                    <a:gd name="T3" fmla="*/ 2 h 214"/>
                    <a:gd name="T4" fmla="*/ 155 w 188"/>
                    <a:gd name="T5" fmla="*/ 0 h 214"/>
                    <a:gd name="T6" fmla="*/ 167 w 188"/>
                    <a:gd name="T7" fmla="*/ 2 h 214"/>
                    <a:gd name="T8" fmla="*/ 173 w 188"/>
                    <a:gd name="T9" fmla="*/ 2 h 214"/>
                    <a:gd name="T10" fmla="*/ 163 w 188"/>
                    <a:gd name="T11" fmla="*/ 3 h 214"/>
                    <a:gd name="T12" fmla="*/ 155 w 188"/>
                    <a:gd name="T13" fmla="*/ 4 h 214"/>
                    <a:gd name="T14" fmla="*/ 147 w 188"/>
                    <a:gd name="T15" fmla="*/ 7 h 214"/>
                    <a:gd name="T16" fmla="*/ 129 w 188"/>
                    <a:gd name="T17" fmla="*/ 7 h 214"/>
                    <a:gd name="T18" fmla="*/ 105 w 188"/>
                    <a:gd name="T19" fmla="*/ 7 h 214"/>
                    <a:gd name="T20" fmla="*/ 97 w 188"/>
                    <a:gd name="T21" fmla="*/ 7 h 214"/>
                    <a:gd name="T22" fmla="*/ 94 w 188"/>
                    <a:gd name="T23" fmla="*/ 8 h 214"/>
                    <a:gd name="T24" fmla="*/ 90 w 188"/>
                    <a:gd name="T25" fmla="*/ 8 h 214"/>
                    <a:gd name="T26" fmla="*/ 80 w 188"/>
                    <a:gd name="T27" fmla="*/ 7 h 214"/>
                    <a:gd name="T28" fmla="*/ 58 w 188"/>
                    <a:gd name="T29" fmla="*/ 8 h 214"/>
                    <a:gd name="T30" fmla="*/ 76 w 188"/>
                    <a:gd name="T31" fmla="*/ 8 h 214"/>
                    <a:gd name="T32" fmla="*/ 78 w 188"/>
                    <a:gd name="T33" fmla="*/ 9 h 214"/>
                    <a:gd name="T34" fmla="*/ 58 w 188"/>
                    <a:gd name="T35" fmla="*/ 9 h 214"/>
                    <a:gd name="T36" fmla="*/ 34 w 188"/>
                    <a:gd name="T37" fmla="*/ 9 h 214"/>
                    <a:gd name="T38" fmla="*/ 36 w 188"/>
                    <a:gd name="T39" fmla="*/ 8 h 214"/>
                    <a:gd name="T40" fmla="*/ 46 w 188"/>
                    <a:gd name="T41" fmla="*/ 8 h 214"/>
                    <a:gd name="T42" fmla="*/ 34 w 188"/>
                    <a:gd name="T43" fmla="*/ 8 h 214"/>
                    <a:gd name="T44" fmla="*/ 26 w 188"/>
                    <a:gd name="T45" fmla="*/ 9 h 214"/>
                    <a:gd name="T46" fmla="*/ 30 w 188"/>
                    <a:gd name="T47" fmla="*/ 10 h 214"/>
                    <a:gd name="T48" fmla="*/ 14 w 188"/>
                    <a:gd name="T49" fmla="*/ 11 h 214"/>
                    <a:gd name="T50" fmla="*/ 0 w 188"/>
                    <a:gd name="T51" fmla="*/ 12 h 214"/>
                    <a:gd name="T52" fmla="*/ 8 w 188"/>
                    <a:gd name="T53" fmla="*/ 10 h 214"/>
                    <a:gd name="T54" fmla="*/ 0 w 188"/>
                    <a:gd name="T55" fmla="*/ 9 h 214"/>
                    <a:gd name="T56" fmla="*/ 14 w 188"/>
                    <a:gd name="T57" fmla="*/ 8 h 214"/>
                    <a:gd name="T58" fmla="*/ 32 w 188"/>
                    <a:gd name="T59" fmla="*/ 7 h 214"/>
                    <a:gd name="T60" fmla="*/ 44 w 188"/>
                    <a:gd name="T61" fmla="*/ 7 h 214"/>
                    <a:gd name="T62" fmla="*/ 72 w 188"/>
                    <a:gd name="T63" fmla="*/ 7 h 214"/>
                    <a:gd name="T64" fmla="*/ 84 w 188"/>
                    <a:gd name="T65" fmla="*/ 6 h 214"/>
                    <a:gd name="T66" fmla="*/ 99 w 188"/>
                    <a:gd name="T67" fmla="*/ 5 h 214"/>
                    <a:gd name="T68" fmla="*/ 105 w 188"/>
                    <a:gd name="T69" fmla="*/ 5 h 214"/>
                    <a:gd name="T70" fmla="*/ 117 w 188"/>
                    <a:gd name="T71" fmla="*/ 4 h 214"/>
                    <a:gd name="T72" fmla="*/ 135 w 188"/>
                    <a:gd name="T73" fmla="*/ 3 h 214"/>
                    <a:gd name="T74" fmla="*/ 139 w 188"/>
                    <a:gd name="T75" fmla="*/ 2 h 214"/>
                    <a:gd name="T76" fmla="*/ 133 w 188"/>
                    <a:gd name="T77" fmla="*/ 2 h 214"/>
                    <a:gd name="T78" fmla="*/ 137 w 188"/>
                    <a:gd name="T79" fmla="*/ 2 h 214"/>
                    <a:gd name="T80" fmla="*/ 143 w 188"/>
                    <a:gd name="T81" fmla="*/ 2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7" name="Freeform 46"/>
                <p:cNvSpPr>
                  <a:spLocks/>
                </p:cNvSpPr>
                <p:nvPr userDrawn="1"/>
              </p:nvSpPr>
              <p:spPr bwMode="ltGray">
                <a:xfrm>
                  <a:off x="2677" y="233"/>
                  <a:ext cx="14" cy="10"/>
                </a:xfrm>
                <a:custGeom>
                  <a:avLst/>
                  <a:gdLst>
                    <a:gd name="T0" fmla="*/ 0 w 13"/>
                    <a:gd name="T1" fmla="*/ 2 h 13"/>
                    <a:gd name="T2" fmla="*/ 4 w 13"/>
                    <a:gd name="T3" fmla="*/ 2 h 13"/>
                    <a:gd name="T4" fmla="*/ 0 w 13"/>
                    <a:gd name="T5" fmla="*/ 2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8" name="Freeform 47"/>
                <p:cNvSpPr>
                  <a:spLocks/>
                </p:cNvSpPr>
                <p:nvPr userDrawn="1"/>
              </p:nvSpPr>
              <p:spPr bwMode="ltGray">
                <a:xfrm>
                  <a:off x="1627" y="353"/>
                  <a:ext cx="813" cy="462"/>
                </a:xfrm>
                <a:custGeom>
                  <a:avLst/>
                  <a:gdLst>
                    <a:gd name="T0" fmla="*/ 827 w 812"/>
                    <a:gd name="T1" fmla="*/ 2 h 564"/>
                    <a:gd name="T2" fmla="*/ 793 w 812"/>
                    <a:gd name="T3" fmla="*/ 4 h 564"/>
                    <a:gd name="T4" fmla="*/ 763 w 812"/>
                    <a:gd name="T5" fmla="*/ 6 h 564"/>
                    <a:gd name="T6" fmla="*/ 737 w 812"/>
                    <a:gd name="T7" fmla="*/ 7 h 564"/>
                    <a:gd name="T8" fmla="*/ 649 w 812"/>
                    <a:gd name="T9" fmla="*/ 9 h 564"/>
                    <a:gd name="T10" fmla="*/ 647 w 812"/>
                    <a:gd name="T11" fmla="*/ 11 h 564"/>
                    <a:gd name="T12" fmla="*/ 619 w 812"/>
                    <a:gd name="T13" fmla="*/ 11 h 564"/>
                    <a:gd name="T14" fmla="*/ 635 w 812"/>
                    <a:gd name="T15" fmla="*/ 9 h 564"/>
                    <a:gd name="T16" fmla="*/ 591 w 812"/>
                    <a:gd name="T17" fmla="*/ 9 h 564"/>
                    <a:gd name="T18" fmla="*/ 571 w 812"/>
                    <a:gd name="T19" fmla="*/ 11 h 564"/>
                    <a:gd name="T20" fmla="*/ 611 w 812"/>
                    <a:gd name="T21" fmla="*/ 14 h 564"/>
                    <a:gd name="T22" fmla="*/ 609 w 812"/>
                    <a:gd name="T23" fmla="*/ 19 h 564"/>
                    <a:gd name="T24" fmla="*/ 557 w 812"/>
                    <a:gd name="T25" fmla="*/ 20 h 564"/>
                    <a:gd name="T26" fmla="*/ 537 w 812"/>
                    <a:gd name="T27" fmla="*/ 20 h 564"/>
                    <a:gd name="T28" fmla="*/ 497 w 812"/>
                    <a:gd name="T29" fmla="*/ 17 h 564"/>
                    <a:gd name="T30" fmla="*/ 477 w 812"/>
                    <a:gd name="T31" fmla="*/ 17 h 564"/>
                    <a:gd name="T32" fmla="*/ 465 w 812"/>
                    <a:gd name="T33" fmla="*/ 20 h 564"/>
                    <a:gd name="T34" fmla="*/ 515 w 812"/>
                    <a:gd name="T35" fmla="*/ 24 h 564"/>
                    <a:gd name="T36" fmla="*/ 525 w 812"/>
                    <a:gd name="T37" fmla="*/ 26 h 564"/>
                    <a:gd name="T38" fmla="*/ 541 w 812"/>
                    <a:gd name="T39" fmla="*/ 28 h 564"/>
                    <a:gd name="T40" fmla="*/ 507 w 812"/>
                    <a:gd name="T41" fmla="*/ 28 h 564"/>
                    <a:gd name="T42" fmla="*/ 485 w 812"/>
                    <a:gd name="T43" fmla="*/ 26 h 564"/>
                    <a:gd name="T44" fmla="*/ 437 w 812"/>
                    <a:gd name="T45" fmla="*/ 21 h 564"/>
                    <a:gd name="T46" fmla="*/ 441 w 812"/>
                    <a:gd name="T47" fmla="*/ 16 h 564"/>
                    <a:gd name="T48" fmla="*/ 437 w 812"/>
                    <a:gd name="T49" fmla="*/ 13 h 564"/>
                    <a:gd name="T50" fmla="*/ 427 w 812"/>
                    <a:gd name="T51" fmla="*/ 14 h 564"/>
                    <a:gd name="T52" fmla="*/ 386 w 812"/>
                    <a:gd name="T53" fmla="*/ 13 h 564"/>
                    <a:gd name="T54" fmla="*/ 360 w 812"/>
                    <a:gd name="T55" fmla="*/ 9 h 564"/>
                    <a:gd name="T56" fmla="*/ 330 w 812"/>
                    <a:gd name="T57" fmla="*/ 9 h 564"/>
                    <a:gd name="T58" fmla="*/ 288 w 812"/>
                    <a:gd name="T59" fmla="*/ 9 h 564"/>
                    <a:gd name="T60" fmla="*/ 242 w 812"/>
                    <a:gd name="T61" fmla="*/ 11 h 564"/>
                    <a:gd name="T62" fmla="*/ 196 w 812"/>
                    <a:gd name="T63" fmla="*/ 13 h 564"/>
                    <a:gd name="T64" fmla="*/ 184 w 812"/>
                    <a:gd name="T65" fmla="*/ 13 h 564"/>
                    <a:gd name="T66" fmla="*/ 160 w 812"/>
                    <a:gd name="T67" fmla="*/ 16 h 564"/>
                    <a:gd name="T68" fmla="*/ 152 w 812"/>
                    <a:gd name="T69" fmla="*/ 17 h 564"/>
                    <a:gd name="T70" fmla="*/ 128 w 812"/>
                    <a:gd name="T71" fmla="*/ 20 h 564"/>
                    <a:gd name="T72" fmla="*/ 94 w 812"/>
                    <a:gd name="T73" fmla="*/ 20 h 564"/>
                    <a:gd name="T74" fmla="*/ 66 w 812"/>
                    <a:gd name="T75" fmla="*/ 13 h 564"/>
                    <a:gd name="T76" fmla="*/ 72 w 812"/>
                    <a:gd name="T77" fmla="*/ 7 h 564"/>
                    <a:gd name="T78" fmla="*/ 44 w 812"/>
                    <a:gd name="T79" fmla="*/ 9 h 564"/>
                    <a:gd name="T80" fmla="*/ 20 w 812"/>
                    <a:gd name="T81" fmla="*/ 7 h 564"/>
                    <a:gd name="T82" fmla="*/ 24 w 812"/>
                    <a:gd name="T83" fmla="*/ 7 h 564"/>
                    <a:gd name="T84" fmla="*/ 0 w 812"/>
                    <a:gd name="T85" fmla="*/ 5 h 564"/>
                    <a:gd name="T86" fmla="*/ 813 w 812"/>
                    <a:gd name="T87" fmla="*/ 2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9" name="Freeform 48"/>
                <p:cNvSpPr>
                  <a:spLocks/>
                </p:cNvSpPr>
                <p:nvPr userDrawn="1"/>
              </p:nvSpPr>
              <p:spPr bwMode="ltGray">
                <a:xfrm>
                  <a:off x="1770" y="671"/>
                  <a:ext cx="45" cy="71"/>
                </a:xfrm>
                <a:custGeom>
                  <a:avLst/>
                  <a:gdLst>
                    <a:gd name="T0" fmla="*/ 7 w 43"/>
                    <a:gd name="T1" fmla="*/ 3 h 85"/>
                    <a:gd name="T2" fmla="*/ 32 w 43"/>
                    <a:gd name="T3" fmla="*/ 3 h 85"/>
                    <a:gd name="T4" fmla="*/ 73 w 43"/>
                    <a:gd name="T5" fmla="*/ 3 h 85"/>
                    <a:gd name="T6" fmla="*/ 35 w 43"/>
                    <a:gd name="T7" fmla="*/ 6 h 85"/>
                    <a:gd name="T8" fmla="*/ 1 w 43"/>
                    <a:gd name="T9" fmla="*/ 5 h 85"/>
                    <a:gd name="T10" fmla="*/ 7 w 43"/>
                    <a:gd name="T11" fmla="*/ 3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0" name="Freeform 49"/>
                <p:cNvSpPr>
                  <a:spLocks/>
                </p:cNvSpPr>
                <p:nvPr userDrawn="1"/>
              </p:nvSpPr>
              <p:spPr bwMode="ltGray">
                <a:xfrm>
                  <a:off x="2394" y="431"/>
                  <a:ext cx="42" cy="59"/>
                </a:xfrm>
                <a:custGeom>
                  <a:avLst/>
                  <a:gdLst>
                    <a:gd name="T0" fmla="*/ 11 w 44"/>
                    <a:gd name="T1" fmla="*/ 2 h 74"/>
                    <a:gd name="T2" fmla="*/ 14 w 44"/>
                    <a:gd name="T3" fmla="*/ 2 h 74"/>
                    <a:gd name="T4" fmla="*/ 23 w 44"/>
                    <a:gd name="T5" fmla="*/ 2 h 74"/>
                    <a:gd name="T6" fmla="*/ 21 w 44"/>
                    <a:gd name="T7" fmla="*/ 2 h 74"/>
                    <a:gd name="T8" fmla="*/ 11 w 44"/>
                    <a:gd name="T9" fmla="*/ 2 h 74"/>
                    <a:gd name="T10" fmla="*/ 7 w 44"/>
                    <a:gd name="T11" fmla="*/ 2 h 74"/>
                    <a:gd name="T12" fmla="*/ 3 w 44"/>
                    <a:gd name="T13" fmla="*/ 2 h 74"/>
                    <a:gd name="T14" fmla="*/ 11 w 44"/>
                    <a:gd name="T15" fmla="*/ 2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1" name="Freeform 50"/>
                <p:cNvSpPr>
                  <a:spLocks/>
                </p:cNvSpPr>
                <p:nvPr userDrawn="1"/>
              </p:nvSpPr>
              <p:spPr bwMode="ltGray">
                <a:xfrm>
                  <a:off x="2513" y="402"/>
                  <a:ext cx="21" cy="24"/>
                </a:xfrm>
                <a:custGeom>
                  <a:avLst/>
                  <a:gdLst>
                    <a:gd name="T0" fmla="*/ 7 w 20"/>
                    <a:gd name="T1" fmla="*/ 2 h 30"/>
                    <a:gd name="T2" fmla="*/ 5 w 20"/>
                    <a:gd name="T3" fmla="*/ 2 h 30"/>
                    <a:gd name="T4" fmla="*/ 7 w 20"/>
                    <a:gd name="T5" fmla="*/ 2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2" name="Freeform 51"/>
                <p:cNvSpPr>
                  <a:spLocks/>
                </p:cNvSpPr>
                <p:nvPr userDrawn="1"/>
              </p:nvSpPr>
              <p:spPr bwMode="ltGray">
                <a:xfrm>
                  <a:off x="333" y="169"/>
                  <a:ext cx="1015" cy="866"/>
                </a:xfrm>
                <a:custGeom>
                  <a:avLst/>
                  <a:gdLst>
                    <a:gd name="T0" fmla="*/ 187232 w 682"/>
                    <a:gd name="T1" fmla="*/ 347720 h 557"/>
                    <a:gd name="T2" fmla="*/ 189101 w 682"/>
                    <a:gd name="T3" fmla="*/ 338147 h 557"/>
                    <a:gd name="T4" fmla="*/ 194652 w 682"/>
                    <a:gd name="T5" fmla="*/ 309636 h 557"/>
                    <a:gd name="T6" fmla="*/ 120394 w 682"/>
                    <a:gd name="T7" fmla="*/ 214838 h 557"/>
                    <a:gd name="T8" fmla="*/ 109830 w 682"/>
                    <a:gd name="T9" fmla="*/ 259318 h 557"/>
                    <a:gd name="T10" fmla="*/ 117972 w 682"/>
                    <a:gd name="T11" fmla="*/ 416544 h 557"/>
                    <a:gd name="T12" fmla="*/ 109830 w 682"/>
                    <a:gd name="T13" fmla="*/ 370326 h 557"/>
                    <a:gd name="T14" fmla="*/ 94255 w 682"/>
                    <a:gd name="T15" fmla="*/ 329386 h 557"/>
                    <a:gd name="T16" fmla="*/ 95431 w 682"/>
                    <a:gd name="T17" fmla="*/ 309636 h 557"/>
                    <a:gd name="T18" fmla="*/ 96319 w 682"/>
                    <a:gd name="T19" fmla="*/ 295619 h 557"/>
                    <a:gd name="T20" fmla="*/ 85614 w 682"/>
                    <a:gd name="T21" fmla="*/ 281141 h 557"/>
                    <a:gd name="T22" fmla="*/ 75558 w 682"/>
                    <a:gd name="T23" fmla="*/ 259318 h 557"/>
                    <a:gd name="T24" fmla="*/ 57526 w 682"/>
                    <a:gd name="T25" fmla="*/ 265078 h 557"/>
                    <a:gd name="T26" fmla="*/ 49245 w 682"/>
                    <a:gd name="T27" fmla="*/ 273580 h 557"/>
                    <a:gd name="T28" fmla="*/ 30353 w 682"/>
                    <a:gd name="T29" fmla="*/ 273580 h 557"/>
                    <a:gd name="T30" fmla="*/ 8641 w 682"/>
                    <a:gd name="T31" fmla="*/ 233862 h 557"/>
                    <a:gd name="T32" fmla="*/ 4249 w 682"/>
                    <a:gd name="T33" fmla="*/ 221516 h 557"/>
                    <a:gd name="T34" fmla="*/ 0 w 682"/>
                    <a:gd name="T35" fmla="*/ 197501 h 557"/>
                    <a:gd name="T36" fmla="*/ 9412 w 682"/>
                    <a:gd name="T37" fmla="*/ 159775 h 557"/>
                    <a:gd name="T38" fmla="*/ 12530 w 682"/>
                    <a:gd name="T39" fmla="*/ 135508 h 557"/>
                    <a:gd name="T40" fmla="*/ 19868 w 682"/>
                    <a:gd name="T41" fmla="*/ 106855 h 557"/>
                    <a:gd name="T42" fmla="*/ 31690 w 682"/>
                    <a:gd name="T43" fmla="*/ 86727 h 557"/>
                    <a:gd name="T44" fmla="*/ 65210 w 682"/>
                    <a:gd name="T45" fmla="*/ 50262 h 557"/>
                    <a:gd name="T46" fmla="*/ 85614 w 682"/>
                    <a:gd name="T47" fmla="*/ 22602 h 557"/>
                    <a:gd name="T48" fmla="*/ 100366 w 682"/>
                    <a:gd name="T49" fmla="*/ 4327 h 557"/>
                    <a:gd name="T50" fmla="*/ 141319 w 682"/>
                    <a:gd name="T51" fmla="*/ 1600 h 557"/>
                    <a:gd name="T52" fmla="*/ 154814 w 682"/>
                    <a:gd name="T53" fmla="*/ 0 h 557"/>
                    <a:gd name="T54" fmla="*/ 149372 w 682"/>
                    <a:gd name="T55" fmla="*/ 25282 h 557"/>
                    <a:gd name="T56" fmla="*/ 172398 w 682"/>
                    <a:gd name="T57" fmla="*/ 63221 h 557"/>
                    <a:gd name="T58" fmla="*/ 193527 w 682"/>
                    <a:gd name="T59" fmla="*/ 55469 h 557"/>
                    <a:gd name="T60" fmla="*/ 205840 w 682"/>
                    <a:gd name="T61" fmla="*/ 61113 h 557"/>
                    <a:gd name="T62" fmla="*/ 217472 w 682"/>
                    <a:gd name="T63" fmla="*/ 72794 h 557"/>
                    <a:gd name="T64" fmla="*/ 222720 w 682"/>
                    <a:gd name="T65" fmla="*/ 140878 h 557"/>
                    <a:gd name="T66" fmla="*/ 222720 w 682"/>
                    <a:gd name="T67" fmla="*/ 179906 h 557"/>
                    <a:gd name="T68" fmla="*/ 232980 w 682"/>
                    <a:gd name="T69" fmla="*/ 212134 h 557"/>
                    <a:gd name="T70" fmla="*/ 251195 w 682"/>
                    <a:gd name="T71" fmla="*/ 224812 h 557"/>
                    <a:gd name="T72" fmla="*/ 264567 w 682"/>
                    <a:gd name="T73" fmla="*/ 221516 h 557"/>
                    <a:gd name="T74" fmla="*/ 258338 w 682"/>
                    <a:gd name="T75" fmla="*/ 254971 h 557"/>
                    <a:gd name="T76" fmla="*/ 232980 w 682"/>
                    <a:gd name="T77" fmla="*/ 305277 h 557"/>
                    <a:gd name="T78" fmla="*/ 213342 w 682"/>
                    <a:gd name="T79" fmla="*/ 363599 h 557"/>
                    <a:gd name="T80" fmla="*/ 216406 w 682"/>
                    <a:gd name="T81" fmla="*/ 380855 h 557"/>
                    <a:gd name="T82" fmla="*/ 169227 w 682"/>
                    <a:gd name="T83" fmla="*/ 416544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3" name="Freeform 52"/>
                <p:cNvSpPr>
                  <a:spLocks/>
                </p:cNvSpPr>
                <p:nvPr userDrawn="1"/>
              </p:nvSpPr>
              <p:spPr bwMode="ltGray">
                <a:xfrm>
                  <a:off x="727" y="495"/>
                  <a:ext cx="382" cy="540"/>
                </a:xfrm>
                <a:custGeom>
                  <a:avLst/>
                  <a:gdLst>
                    <a:gd name="T0" fmla="*/ 92770 w 257"/>
                    <a:gd name="T1" fmla="*/ 263634 h 347"/>
                    <a:gd name="T2" fmla="*/ 88889 w 257"/>
                    <a:gd name="T3" fmla="*/ 228571 h 347"/>
                    <a:gd name="T4" fmla="*/ 82985 w 257"/>
                    <a:gd name="T5" fmla="*/ 218842 h 347"/>
                    <a:gd name="T6" fmla="*/ 82344 w 257"/>
                    <a:gd name="T7" fmla="*/ 204870 h 347"/>
                    <a:gd name="T8" fmla="*/ 79892 w 257"/>
                    <a:gd name="T9" fmla="*/ 193026 h 347"/>
                    <a:gd name="T10" fmla="*/ 79892 w 257"/>
                    <a:gd name="T11" fmla="*/ 173891 h 347"/>
                    <a:gd name="T12" fmla="*/ 79197 w 257"/>
                    <a:gd name="T13" fmla="*/ 162534 h 347"/>
                    <a:gd name="T14" fmla="*/ 87065 w 257"/>
                    <a:gd name="T15" fmla="*/ 153508 h 347"/>
                    <a:gd name="T16" fmla="*/ 98170 w 257"/>
                    <a:gd name="T17" fmla="*/ 150100 h 347"/>
                    <a:gd name="T18" fmla="*/ 98170 w 257"/>
                    <a:gd name="T19" fmla="*/ 103672 h 347"/>
                    <a:gd name="T20" fmla="*/ 20591 w 257"/>
                    <a:gd name="T21" fmla="*/ 72923 h 347"/>
                    <a:gd name="T22" fmla="*/ 12355 w 257"/>
                    <a:gd name="T23" fmla="*/ 74595 h 347"/>
                    <a:gd name="T24" fmla="*/ 6270 w 257"/>
                    <a:gd name="T25" fmla="*/ 77564 h 347"/>
                    <a:gd name="T26" fmla="*/ 0 w 257"/>
                    <a:gd name="T27" fmla="*/ 113482 h 347"/>
                    <a:gd name="T28" fmla="*/ 35407 w 257"/>
                    <a:gd name="T29" fmla="*/ 262845 h 347"/>
                    <a:gd name="T30" fmla="*/ 92770 w 257"/>
                    <a:gd name="T31" fmla="*/ 263634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4" name="Freeform 53"/>
                <p:cNvSpPr>
                  <a:spLocks/>
                </p:cNvSpPr>
                <p:nvPr userDrawn="1"/>
              </p:nvSpPr>
              <p:spPr bwMode="ltGray">
                <a:xfrm>
                  <a:off x="1400" y="896"/>
                  <a:ext cx="16" cy="29"/>
                </a:xfrm>
                <a:custGeom>
                  <a:avLst/>
                  <a:gdLst>
                    <a:gd name="T0" fmla="*/ 3 w 19"/>
                    <a:gd name="T1" fmla="*/ 2 h 37"/>
                    <a:gd name="T2" fmla="*/ 3 w 19"/>
                    <a:gd name="T3" fmla="*/ 2 h 37"/>
                    <a:gd name="T4" fmla="*/ 3 w 19"/>
                    <a:gd name="T5" fmla="*/ 2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5" name="Freeform 54"/>
                <p:cNvSpPr>
                  <a:spLocks/>
                </p:cNvSpPr>
                <p:nvPr userDrawn="1"/>
              </p:nvSpPr>
              <p:spPr bwMode="ltGray">
                <a:xfrm>
                  <a:off x="1379" y="617"/>
                  <a:ext cx="21" cy="17"/>
                </a:xfrm>
                <a:custGeom>
                  <a:avLst/>
                  <a:gdLst>
                    <a:gd name="T0" fmla="*/ 11 w 22"/>
                    <a:gd name="T1" fmla="*/ 3 h 20"/>
                    <a:gd name="T2" fmla="*/ 11 w 22"/>
                    <a:gd name="T3" fmla="*/ 0 h 20"/>
                    <a:gd name="T4" fmla="*/ 11 w 22"/>
                    <a:gd name="T5" fmla="*/ 3 h 20"/>
                    <a:gd name="T6" fmla="*/ 8 w 22"/>
                    <a:gd name="T7" fmla="*/ 3 h 20"/>
                    <a:gd name="T8" fmla="*/ 11 w 22"/>
                    <a:gd name="T9" fmla="*/ 3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6" name="Freeform 55"/>
                <p:cNvSpPr>
                  <a:spLocks/>
                </p:cNvSpPr>
                <p:nvPr userDrawn="1"/>
              </p:nvSpPr>
              <p:spPr bwMode="ltGray">
                <a:xfrm>
                  <a:off x="453" y="275"/>
                  <a:ext cx="58" cy="24"/>
                </a:xfrm>
                <a:custGeom>
                  <a:avLst/>
                  <a:gdLst>
                    <a:gd name="T0" fmla="*/ 24 w 57"/>
                    <a:gd name="T1" fmla="*/ 2 h 30"/>
                    <a:gd name="T2" fmla="*/ 47 w 57"/>
                    <a:gd name="T3" fmla="*/ 2 h 30"/>
                    <a:gd name="T4" fmla="*/ 51 w 57"/>
                    <a:gd name="T5" fmla="*/ 2 h 30"/>
                    <a:gd name="T6" fmla="*/ 24 w 57"/>
                    <a:gd name="T7" fmla="*/ 2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7" name="Freeform 56"/>
                <p:cNvSpPr>
                  <a:spLocks/>
                </p:cNvSpPr>
                <p:nvPr userDrawn="1"/>
              </p:nvSpPr>
              <p:spPr bwMode="ltGray">
                <a:xfrm>
                  <a:off x="1161" y="50"/>
                  <a:ext cx="691" cy="569"/>
                </a:xfrm>
                <a:custGeom>
                  <a:avLst/>
                  <a:gdLst>
                    <a:gd name="T0" fmla="*/ 458 w 693"/>
                    <a:gd name="T1" fmla="*/ 23 h 696"/>
                    <a:gd name="T2" fmla="*/ 378 w 693"/>
                    <a:gd name="T3" fmla="*/ 22 h 696"/>
                    <a:gd name="T4" fmla="*/ 310 w 693"/>
                    <a:gd name="T5" fmla="*/ 20 h 696"/>
                    <a:gd name="T6" fmla="*/ 250 w 693"/>
                    <a:gd name="T7" fmla="*/ 20 h 696"/>
                    <a:gd name="T8" fmla="*/ 222 w 693"/>
                    <a:gd name="T9" fmla="*/ 20 h 696"/>
                    <a:gd name="T10" fmla="*/ 246 w 693"/>
                    <a:gd name="T11" fmla="*/ 20 h 696"/>
                    <a:gd name="T12" fmla="*/ 278 w 693"/>
                    <a:gd name="T13" fmla="*/ 23 h 696"/>
                    <a:gd name="T14" fmla="*/ 306 w 693"/>
                    <a:gd name="T15" fmla="*/ 24 h 696"/>
                    <a:gd name="T16" fmla="*/ 318 w 693"/>
                    <a:gd name="T17" fmla="*/ 25 h 696"/>
                    <a:gd name="T18" fmla="*/ 298 w 693"/>
                    <a:gd name="T19" fmla="*/ 27 h 696"/>
                    <a:gd name="T20" fmla="*/ 246 w 693"/>
                    <a:gd name="T21" fmla="*/ 31 h 696"/>
                    <a:gd name="T22" fmla="*/ 210 w 693"/>
                    <a:gd name="T23" fmla="*/ 31 h 696"/>
                    <a:gd name="T24" fmla="*/ 97 w 693"/>
                    <a:gd name="T25" fmla="*/ 34 h 696"/>
                    <a:gd name="T26" fmla="*/ 77 w 693"/>
                    <a:gd name="T27" fmla="*/ 31 h 696"/>
                    <a:gd name="T28" fmla="*/ 45 w 693"/>
                    <a:gd name="T29" fmla="*/ 25 h 696"/>
                    <a:gd name="T30" fmla="*/ 33 w 693"/>
                    <a:gd name="T31" fmla="*/ 22 h 696"/>
                    <a:gd name="T32" fmla="*/ 53 w 693"/>
                    <a:gd name="T33" fmla="*/ 16 h 696"/>
                    <a:gd name="T34" fmla="*/ 17 w 693"/>
                    <a:gd name="T35" fmla="*/ 20 h 696"/>
                    <a:gd name="T36" fmla="*/ 81 w 693"/>
                    <a:gd name="T37" fmla="*/ 13 h 696"/>
                    <a:gd name="T38" fmla="*/ 113 w 693"/>
                    <a:gd name="T39" fmla="*/ 11 h 696"/>
                    <a:gd name="T40" fmla="*/ 37 w 693"/>
                    <a:gd name="T41" fmla="*/ 11 h 696"/>
                    <a:gd name="T42" fmla="*/ 1 w 693"/>
                    <a:gd name="T43" fmla="*/ 9 h 696"/>
                    <a:gd name="T44" fmla="*/ 25 w 693"/>
                    <a:gd name="T45" fmla="*/ 7 h 696"/>
                    <a:gd name="T46" fmla="*/ 97 w 693"/>
                    <a:gd name="T47" fmla="*/ 6 h 696"/>
                    <a:gd name="T48" fmla="*/ 206 w 693"/>
                    <a:gd name="T49" fmla="*/ 6 h 696"/>
                    <a:gd name="T50" fmla="*/ 214 w 693"/>
                    <a:gd name="T51" fmla="*/ 3 h 696"/>
                    <a:gd name="T52" fmla="*/ 246 w 693"/>
                    <a:gd name="T53" fmla="*/ 0 h 696"/>
                    <a:gd name="T54" fmla="*/ 342 w 693"/>
                    <a:gd name="T55" fmla="*/ 2 h 696"/>
                    <a:gd name="T56" fmla="*/ 314 w 693"/>
                    <a:gd name="T57" fmla="*/ 4 h 696"/>
                    <a:gd name="T58" fmla="*/ 286 w 693"/>
                    <a:gd name="T59" fmla="*/ 9 h 696"/>
                    <a:gd name="T60" fmla="*/ 346 w 693"/>
                    <a:gd name="T61" fmla="*/ 9 h 696"/>
                    <a:gd name="T62" fmla="*/ 358 w 693"/>
                    <a:gd name="T63" fmla="*/ 7 h 696"/>
                    <a:gd name="T64" fmla="*/ 402 w 693"/>
                    <a:gd name="T65" fmla="*/ 5 h 696"/>
                    <a:gd name="T66" fmla="*/ 482 w 693"/>
                    <a:gd name="T67" fmla="*/ 4 h 696"/>
                    <a:gd name="T68" fmla="*/ 509 w 693"/>
                    <a:gd name="T69" fmla="*/ 2 h 696"/>
                    <a:gd name="T70" fmla="*/ 515 w 693"/>
                    <a:gd name="T71" fmla="*/ 23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8" name="Freeform 57"/>
                <p:cNvSpPr>
                  <a:spLocks/>
                </p:cNvSpPr>
                <p:nvPr userDrawn="1"/>
              </p:nvSpPr>
              <p:spPr bwMode="ltGray">
                <a:xfrm>
                  <a:off x="689" y="6"/>
                  <a:ext cx="1386" cy="232"/>
                </a:xfrm>
                <a:custGeom>
                  <a:avLst/>
                  <a:gdLst>
                    <a:gd name="T0" fmla="*/ 322484 w 931"/>
                    <a:gd name="T1" fmla="*/ 0 h 149"/>
                    <a:gd name="T2" fmla="*/ 56001 w 931"/>
                    <a:gd name="T3" fmla="*/ 22213 h 149"/>
                    <a:gd name="T4" fmla="*/ 35417 w 931"/>
                    <a:gd name="T5" fmla="*/ 31868 h 149"/>
                    <a:gd name="T6" fmla="*/ 24195 w 931"/>
                    <a:gd name="T7" fmla="*/ 31868 h 149"/>
                    <a:gd name="T8" fmla="*/ 8661 w 931"/>
                    <a:gd name="T9" fmla="*/ 59081 h 149"/>
                    <a:gd name="T10" fmla="*/ 0 w 931"/>
                    <a:gd name="T11" fmla="*/ 80255 h 149"/>
                    <a:gd name="T12" fmla="*/ 23090 w 931"/>
                    <a:gd name="T13" fmla="*/ 88232 h 149"/>
                    <a:gd name="T14" fmla="*/ 37828 w 931"/>
                    <a:gd name="T15" fmla="*/ 73261 h 149"/>
                    <a:gd name="T16" fmla="*/ 42315 w 931"/>
                    <a:gd name="T17" fmla="*/ 64535 h 149"/>
                    <a:gd name="T18" fmla="*/ 65428 w 931"/>
                    <a:gd name="T19" fmla="*/ 39804 h 149"/>
                    <a:gd name="T20" fmla="*/ 84064 w 931"/>
                    <a:gd name="T21" fmla="*/ 35339 h 149"/>
                    <a:gd name="T22" fmla="*/ 92816 w 931"/>
                    <a:gd name="T23" fmla="*/ 71702 h 149"/>
                    <a:gd name="T24" fmla="*/ 73559 w 931"/>
                    <a:gd name="T25" fmla="*/ 83853 h 149"/>
                    <a:gd name="T26" fmla="*/ 90257 w 931"/>
                    <a:gd name="T27" fmla="*/ 86714 h 149"/>
                    <a:gd name="T28" fmla="*/ 97739 w 931"/>
                    <a:gd name="T29" fmla="*/ 68857 h 149"/>
                    <a:gd name="T30" fmla="*/ 104063 w 931"/>
                    <a:gd name="T31" fmla="*/ 70402 h 149"/>
                    <a:gd name="T32" fmla="*/ 98920 w 931"/>
                    <a:gd name="T33" fmla="*/ 41447 h 149"/>
                    <a:gd name="T34" fmla="*/ 104063 w 931"/>
                    <a:gd name="T35" fmla="*/ 33925 h 149"/>
                    <a:gd name="T36" fmla="*/ 108175 w 931"/>
                    <a:gd name="T37" fmla="*/ 67406 h 149"/>
                    <a:gd name="T38" fmla="*/ 104063 w 931"/>
                    <a:gd name="T39" fmla="*/ 86714 h 149"/>
                    <a:gd name="T40" fmla="*/ 115962 w 931"/>
                    <a:gd name="T41" fmla="*/ 99534 h 149"/>
                    <a:gd name="T42" fmla="*/ 116856 w 931"/>
                    <a:gd name="T43" fmla="*/ 70402 h 149"/>
                    <a:gd name="T44" fmla="*/ 129502 w 931"/>
                    <a:gd name="T45" fmla="*/ 78774 h 149"/>
                    <a:gd name="T46" fmla="*/ 149396 w 931"/>
                    <a:gd name="T47" fmla="*/ 56200 h 149"/>
                    <a:gd name="T48" fmla="*/ 159996 w 931"/>
                    <a:gd name="T49" fmla="*/ 38199 h 149"/>
                    <a:gd name="T50" fmla="*/ 171877 w 931"/>
                    <a:gd name="T51" fmla="*/ 42666 h 149"/>
                    <a:gd name="T52" fmla="*/ 177916 w 931"/>
                    <a:gd name="T53" fmla="*/ 38199 h 149"/>
                    <a:gd name="T54" fmla="*/ 168598 w 931"/>
                    <a:gd name="T55" fmla="*/ 33925 h 149"/>
                    <a:gd name="T56" fmla="*/ 185481 w 931"/>
                    <a:gd name="T57" fmla="*/ 26619 h 149"/>
                    <a:gd name="T58" fmla="*/ 212709 w 931"/>
                    <a:gd name="T59" fmla="*/ 41447 h 149"/>
                    <a:gd name="T60" fmla="*/ 227233 w 931"/>
                    <a:gd name="T61" fmla="*/ 31868 h 149"/>
                    <a:gd name="T62" fmla="*/ 228223 w 931"/>
                    <a:gd name="T63" fmla="*/ 48398 h 149"/>
                    <a:gd name="T64" fmla="*/ 222108 w 931"/>
                    <a:gd name="T65" fmla="*/ 77261 h 149"/>
                    <a:gd name="T66" fmla="*/ 239084 w 931"/>
                    <a:gd name="T67" fmla="*/ 67406 h 149"/>
                    <a:gd name="T68" fmla="*/ 243996 w 931"/>
                    <a:gd name="T69" fmla="*/ 61628 h 149"/>
                    <a:gd name="T70" fmla="*/ 253491 w 931"/>
                    <a:gd name="T71" fmla="*/ 46638 h 149"/>
                    <a:gd name="T72" fmla="*/ 310491 w 931"/>
                    <a:gd name="T73" fmla="*/ 64535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9" name="Freeform 58"/>
                <p:cNvSpPr>
                  <a:spLocks/>
                </p:cNvSpPr>
                <p:nvPr userDrawn="1"/>
              </p:nvSpPr>
              <p:spPr bwMode="ltGray">
                <a:xfrm>
                  <a:off x="971" y="91"/>
                  <a:ext cx="30" cy="25"/>
                </a:xfrm>
                <a:custGeom>
                  <a:avLst/>
                  <a:gdLst>
                    <a:gd name="T0" fmla="*/ 3 w 31"/>
                    <a:gd name="T1" fmla="*/ 3 h 30"/>
                    <a:gd name="T2" fmla="*/ 16 w 31"/>
                    <a:gd name="T3" fmla="*/ 0 h 30"/>
                    <a:gd name="T4" fmla="*/ 15 w 31"/>
                    <a:gd name="T5" fmla="*/ 3 h 30"/>
                    <a:gd name="T6" fmla="*/ 3 w 31"/>
                    <a:gd name="T7" fmla="*/ 3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90" name="Freeform 59"/>
                <p:cNvSpPr>
                  <a:spLocks/>
                </p:cNvSpPr>
                <p:nvPr userDrawn="1"/>
              </p:nvSpPr>
              <p:spPr bwMode="ltGray">
                <a:xfrm>
                  <a:off x="935" y="125"/>
                  <a:ext cx="45" cy="27"/>
                </a:xfrm>
                <a:custGeom>
                  <a:avLst/>
                  <a:gdLst>
                    <a:gd name="T0" fmla="*/ 6 w 44"/>
                    <a:gd name="T1" fmla="*/ 3 h 32"/>
                    <a:gd name="T2" fmla="*/ 37 w 44"/>
                    <a:gd name="T3" fmla="*/ 0 h 32"/>
                    <a:gd name="T4" fmla="*/ 53 w 44"/>
                    <a:gd name="T5" fmla="*/ 3 h 32"/>
                    <a:gd name="T6" fmla="*/ 6 w 44"/>
                    <a:gd name="T7" fmla="*/ 3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91" name="Freeform 60"/>
                <p:cNvSpPr>
                  <a:spLocks/>
                </p:cNvSpPr>
                <p:nvPr userDrawn="1"/>
              </p:nvSpPr>
              <p:spPr bwMode="ltGray">
                <a:xfrm>
                  <a:off x="1081" y="226"/>
                  <a:ext cx="75" cy="14"/>
                </a:xfrm>
                <a:custGeom>
                  <a:avLst/>
                  <a:gdLst>
                    <a:gd name="T0" fmla="*/ 37 w 76"/>
                    <a:gd name="T1" fmla="*/ 2 h 18"/>
                    <a:gd name="T2" fmla="*/ 25 w 76"/>
                    <a:gd name="T3" fmla="*/ 2 h 18"/>
                    <a:gd name="T4" fmla="*/ 37 w 76"/>
                    <a:gd name="T5" fmla="*/ 2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92" name="Freeform 61"/>
                <p:cNvSpPr>
                  <a:spLocks/>
                </p:cNvSpPr>
                <p:nvPr userDrawn="1"/>
              </p:nvSpPr>
              <p:spPr bwMode="ltGray">
                <a:xfrm>
                  <a:off x="1210" y="223"/>
                  <a:ext cx="42" cy="37"/>
                </a:xfrm>
                <a:custGeom>
                  <a:avLst/>
                  <a:gdLst>
                    <a:gd name="T0" fmla="*/ 0 w 42"/>
                    <a:gd name="T1" fmla="*/ 3 h 44"/>
                    <a:gd name="T2" fmla="*/ 12 w 42"/>
                    <a:gd name="T3" fmla="*/ 3 h 44"/>
                    <a:gd name="T4" fmla="*/ 0 w 42"/>
                    <a:gd name="T5" fmla="*/ 3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93" name="Freeform 62"/>
                <p:cNvSpPr>
                  <a:spLocks/>
                </p:cNvSpPr>
                <p:nvPr userDrawn="1"/>
              </p:nvSpPr>
              <p:spPr bwMode="ltGray">
                <a:xfrm>
                  <a:off x="865" y="123"/>
                  <a:ext cx="33" cy="24"/>
                </a:xfrm>
                <a:custGeom>
                  <a:avLst/>
                  <a:gdLst>
                    <a:gd name="T0" fmla="*/ 7 w 31"/>
                    <a:gd name="T1" fmla="*/ 2 h 30"/>
                    <a:gd name="T2" fmla="*/ 78 w 31"/>
                    <a:gd name="T3" fmla="*/ 2 h 30"/>
                    <a:gd name="T4" fmla="*/ 7 w 31"/>
                    <a:gd name="T5" fmla="*/ 2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grpSp>
            <p:nvGrpSpPr>
              <p:cNvPr id="10" name="Group 63"/>
              <p:cNvGrpSpPr>
                <a:grpSpLocks/>
              </p:cNvGrpSpPr>
              <p:nvPr userDrawn="1"/>
            </p:nvGrpSpPr>
            <p:grpSpPr bwMode="auto">
              <a:xfrm>
                <a:off x="7" y="-154"/>
                <a:ext cx="5739" cy="418"/>
                <a:chOff x="1056" y="111"/>
                <a:chExt cx="2448" cy="418"/>
              </a:xfrm>
            </p:grpSpPr>
            <p:sp>
              <p:nvSpPr>
                <p:cNvPr id="27" name="Line 64"/>
                <p:cNvSpPr>
                  <a:spLocks noChangeShapeType="1"/>
                </p:cNvSpPr>
                <p:nvPr/>
              </p:nvSpPr>
              <p:spPr bwMode="white">
                <a:xfrm>
                  <a:off x="1056" y="332"/>
                  <a:ext cx="244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8" name="Line 65"/>
                <p:cNvSpPr>
                  <a:spLocks noChangeShapeType="1"/>
                </p:cNvSpPr>
                <p:nvPr/>
              </p:nvSpPr>
              <p:spPr bwMode="white">
                <a:xfrm>
                  <a:off x="125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9" name="Line 66"/>
                <p:cNvSpPr>
                  <a:spLocks noChangeShapeType="1"/>
                </p:cNvSpPr>
                <p:nvPr/>
              </p:nvSpPr>
              <p:spPr bwMode="white">
                <a:xfrm>
                  <a:off x="148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0" name="Line 67"/>
                <p:cNvSpPr>
                  <a:spLocks noChangeShapeType="1"/>
                </p:cNvSpPr>
                <p:nvPr/>
              </p:nvSpPr>
              <p:spPr bwMode="white">
                <a:xfrm>
                  <a:off x="171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1" name="Line 68"/>
                <p:cNvSpPr>
                  <a:spLocks noChangeShapeType="1"/>
                </p:cNvSpPr>
                <p:nvPr/>
              </p:nvSpPr>
              <p:spPr bwMode="white">
                <a:xfrm>
                  <a:off x="193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2" name="Line 69"/>
                <p:cNvSpPr>
                  <a:spLocks noChangeShapeType="1"/>
                </p:cNvSpPr>
                <p:nvPr/>
              </p:nvSpPr>
              <p:spPr bwMode="white">
                <a:xfrm>
                  <a:off x="216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3" name="Line 70"/>
                <p:cNvSpPr>
                  <a:spLocks noChangeShapeType="1"/>
                </p:cNvSpPr>
                <p:nvPr/>
              </p:nvSpPr>
              <p:spPr bwMode="white">
                <a:xfrm>
                  <a:off x="239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4" name="Line 71"/>
                <p:cNvSpPr>
                  <a:spLocks noChangeShapeType="1"/>
                </p:cNvSpPr>
                <p:nvPr/>
              </p:nvSpPr>
              <p:spPr bwMode="white">
                <a:xfrm>
                  <a:off x="262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5" name="Line 72"/>
                <p:cNvSpPr>
                  <a:spLocks noChangeShapeType="1"/>
                </p:cNvSpPr>
                <p:nvPr/>
              </p:nvSpPr>
              <p:spPr bwMode="white">
                <a:xfrm>
                  <a:off x="285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6" name="Line 73"/>
                <p:cNvSpPr>
                  <a:spLocks noChangeShapeType="1"/>
                </p:cNvSpPr>
                <p:nvPr/>
              </p:nvSpPr>
              <p:spPr bwMode="white">
                <a:xfrm>
                  <a:off x="307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7" name="Line 74"/>
                <p:cNvSpPr>
                  <a:spLocks noChangeShapeType="1"/>
                </p:cNvSpPr>
                <p:nvPr/>
              </p:nvSpPr>
              <p:spPr bwMode="white">
                <a:xfrm>
                  <a:off x="330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nvGrpSpPr>
              <p:cNvPr id="11" name="Group 75"/>
              <p:cNvGrpSpPr>
                <a:grpSpLocks/>
              </p:cNvGrpSpPr>
              <p:nvPr userDrawn="1"/>
            </p:nvGrpSpPr>
            <p:grpSpPr bwMode="auto">
              <a:xfrm>
                <a:off x="-1261" y="-1"/>
                <a:ext cx="2098" cy="1030"/>
                <a:chOff x="1208" y="109"/>
                <a:chExt cx="2098" cy="423"/>
              </a:xfrm>
            </p:grpSpPr>
            <p:sp>
              <p:nvSpPr>
                <p:cNvPr id="12" name="Line 76"/>
                <p:cNvSpPr>
                  <a:spLocks noChangeShapeType="1"/>
                </p:cNvSpPr>
                <p:nvPr/>
              </p:nvSpPr>
              <p:spPr bwMode="ltGray">
                <a:xfrm>
                  <a:off x="2850" y="110"/>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3" name="Line 77"/>
                <p:cNvSpPr>
                  <a:spLocks noChangeShapeType="1"/>
                </p:cNvSpPr>
                <p:nvPr/>
              </p:nvSpPr>
              <p:spPr bwMode="ltGray">
                <a:xfrm>
                  <a:off x="2972" y="332"/>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4" name="Line 78"/>
                <p:cNvSpPr>
                  <a:spLocks noChangeShapeType="1"/>
                </p:cNvSpPr>
                <p:nvPr/>
              </p:nvSpPr>
              <p:spPr bwMode="ltGray">
                <a:xfrm>
                  <a:off x="3078" y="350"/>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5" name="Line 79"/>
                <p:cNvSpPr>
                  <a:spLocks noChangeShapeType="1"/>
                </p:cNvSpPr>
                <p:nvPr/>
              </p:nvSpPr>
              <p:spPr bwMode="ltGray">
                <a:xfrm>
                  <a:off x="3306" y="450"/>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6" name="Line 80"/>
                <p:cNvSpPr>
                  <a:spLocks noChangeShapeType="1"/>
                </p:cNvSpPr>
                <p:nvPr/>
              </p:nvSpPr>
              <p:spPr bwMode="ltGray">
                <a:xfrm>
                  <a:off x="2166" y="114"/>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7" name="Line 81"/>
                <p:cNvSpPr>
                  <a:spLocks noChangeShapeType="1"/>
                </p:cNvSpPr>
                <p:nvPr/>
              </p:nvSpPr>
              <p:spPr bwMode="ltGray">
                <a:xfrm>
                  <a:off x="1938" y="111"/>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8" name="Line 82"/>
                <p:cNvSpPr>
                  <a:spLocks noChangeShapeType="1"/>
                </p:cNvSpPr>
                <p:nvPr/>
              </p:nvSpPr>
              <p:spPr bwMode="ltGray">
                <a:xfrm flipH="1">
                  <a:off x="1912" y="332"/>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9" name="Line 83"/>
                <p:cNvSpPr>
                  <a:spLocks noChangeShapeType="1"/>
                </p:cNvSpPr>
                <p:nvPr/>
              </p:nvSpPr>
              <p:spPr bwMode="ltGray">
                <a:xfrm>
                  <a:off x="1778" y="332"/>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0" name="Line 84"/>
                <p:cNvSpPr>
                  <a:spLocks noChangeShapeType="1"/>
                </p:cNvSpPr>
                <p:nvPr/>
              </p:nvSpPr>
              <p:spPr bwMode="ltGray">
                <a:xfrm flipH="1">
                  <a:off x="1578" y="332"/>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1" name="Line 85"/>
                <p:cNvSpPr>
                  <a:spLocks noChangeShapeType="1"/>
                </p:cNvSpPr>
                <p:nvPr/>
              </p:nvSpPr>
              <p:spPr bwMode="ltGray">
                <a:xfrm>
                  <a:off x="1208" y="332"/>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2" name="Line 86"/>
                <p:cNvSpPr>
                  <a:spLocks noChangeShapeType="1"/>
                </p:cNvSpPr>
                <p:nvPr/>
              </p:nvSpPr>
              <p:spPr bwMode="ltGray">
                <a:xfrm>
                  <a:off x="1480" y="234"/>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3" name="Line 87"/>
                <p:cNvSpPr>
                  <a:spLocks noChangeShapeType="1"/>
                </p:cNvSpPr>
                <p:nvPr/>
              </p:nvSpPr>
              <p:spPr bwMode="ltGray">
                <a:xfrm>
                  <a:off x="1254" y="252"/>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4" name="Line 88"/>
                <p:cNvSpPr>
                  <a:spLocks noChangeShapeType="1"/>
                </p:cNvSpPr>
                <p:nvPr/>
              </p:nvSpPr>
              <p:spPr bwMode="ltGray">
                <a:xfrm flipH="1" flipV="1">
                  <a:off x="1482" y="109"/>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5" name="Line 89"/>
                <p:cNvSpPr>
                  <a:spLocks noChangeShapeType="1"/>
                </p:cNvSpPr>
                <p:nvPr/>
              </p:nvSpPr>
              <p:spPr bwMode="ltGray">
                <a:xfrm>
                  <a:off x="1710" y="180"/>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6" name="Line 90"/>
                <p:cNvSpPr>
                  <a:spLocks noChangeShapeType="1"/>
                </p:cNvSpPr>
                <p:nvPr/>
              </p:nvSpPr>
              <p:spPr bwMode="ltGray">
                <a:xfrm flipV="1">
                  <a:off x="1710" y="111"/>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pic>
          <p:nvPicPr>
            <p:cNvPr id="7" name="Picture 91" descr="earth"/>
            <p:cNvPicPr>
              <a:picLocks noChangeAspect="1" noChangeArrowheads="1"/>
            </p:cNvPicPr>
            <p:nvPr userDrawn="1"/>
          </p:nvPicPr>
          <p:blipFill>
            <a:blip r:embed="rId2">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gray">
            <a:xfrm>
              <a:off x="336" y="1566"/>
              <a:ext cx="690" cy="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212" name="Rectangle 92"/>
          <p:cNvSpPr>
            <a:spLocks noGrp="1" noChangeArrowheads="1"/>
          </p:cNvSpPr>
          <p:nvPr>
            <p:ph type="ctrTitle"/>
          </p:nvPr>
        </p:nvSpPr>
        <p:spPr>
          <a:xfrm>
            <a:off x="1828800" y="1828800"/>
            <a:ext cx="6934200" cy="2362200"/>
          </a:xfrm>
        </p:spPr>
        <p:txBody>
          <a:bodyPr/>
          <a:lstStyle>
            <a:lvl1pPr>
              <a:defRPr/>
            </a:lvl1pPr>
          </a:lstStyle>
          <a:p>
            <a:r>
              <a:rPr lang="en-US"/>
              <a:t>Click to edit Master title style</a:t>
            </a:r>
            <a:endParaRPr lang="en-US" dirty="0"/>
          </a:p>
        </p:txBody>
      </p:sp>
      <p:sp>
        <p:nvSpPr>
          <p:cNvPr id="5213" name="Rectangle 93"/>
          <p:cNvSpPr>
            <a:spLocks noGrp="1" noChangeArrowheads="1"/>
          </p:cNvSpPr>
          <p:nvPr>
            <p:ph type="subTitle" idx="1"/>
          </p:nvPr>
        </p:nvSpPr>
        <p:spPr>
          <a:xfrm>
            <a:off x="1828800" y="4572000"/>
            <a:ext cx="6934200" cy="1295400"/>
          </a:xfrm>
        </p:spPr>
        <p:txBody>
          <a:bodyPr/>
          <a:lstStyle>
            <a:lvl1pPr marL="0" indent="0">
              <a:buFontTx/>
              <a:buNone/>
              <a:defRPr/>
            </a:lvl1pPr>
          </a:lstStyle>
          <a:p>
            <a:r>
              <a:rPr lang="en-US"/>
              <a:t>Click to edit Master subtitle style</a:t>
            </a:r>
          </a:p>
        </p:txBody>
      </p:sp>
      <p:sp>
        <p:nvSpPr>
          <p:cNvPr id="94" name="Rectangle 94"/>
          <p:cNvSpPr>
            <a:spLocks noGrp="1" noChangeArrowheads="1"/>
          </p:cNvSpPr>
          <p:nvPr>
            <p:ph type="dt" sz="half" idx="10"/>
          </p:nvPr>
        </p:nvSpPr>
        <p:spPr>
          <a:xfrm>
            <a:off x="533400" y="6324600"/>
            <a:ext cx="1905000" cy="457200"/>
          </a:xfrm>
        </p:spPr>
        <p:txBody>
          <a:bodyPr/>
          <a:lstStyle>
            <a:lvl1pPr>
              <a:defRPr smtClean="0"/>
            </a:lvl1pPr>
          </a:lstStyle>
          <a:p>
            <a:fld id="{742FFB1E-D3EB-4580-B5DF-F396B40806BF}" type="datetime1">
              <a:rPr lang="en-CA" smtClean="0"/>
              <a:t>2026-03-11</a:t>
            </a:fld>
            <a:endParaRPr lang="en-CA"/>
          </a:p>
        </p:txBody>
      </p:sp>
      <p:sp>
        <p:nvSpPr>
          <p:cNvPr id="96" name="Rectangle 96"/>
          <p:cNvSpPr>
            <a:spLocks noGrp="1" noChangeArrowheads="1"/>
          </p:cNvSpPr>
          <p:nvPr>
            <p:ph type="sldNum" sz="quarter" idx="12"/>
          </p:nvPr>
        </p:nvSpPr>
        <p:spPr>
          <a:xfrm>
            <a:off x="6858000" y="6324600"/>
            <a:ext cx="1905000" cy="457200"/>
          </a:xfrm>
        </p:spPr>
        <p:txBody>
          <a:bodyPr/>
          <a:lstStyle>
            <a:lvl1pPr>
              <a:defRPr/>
            </a:lvl1pPr>
          </a:lstStyle>
          <a:p>
            <a:fld id="{F979D778-5668-409F-BE61-8F31D5437AFC}" type="slidenum">
              <a:rPr lang="en-CA" smtClean="0"/>
              <a:t>‹Nº›</a:t>
            </a:fld>
            <a:endParaRPr lang="en-CA"/>
          </a:p>
        </p:txBody>
      </p:sp>
    </p:spTree>
    <p:extLst>
      <p:ext uri="{BB962C8B-B14F-4D97-AF65-F5344CB8AC3E}">
        <p14:creationId xmlns:p14="http://schemas.microsoft.com/office/powerpoint/2010/main" val="3899206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100"/>
            </a:lvl1pPr>
            <a:lvl2pPr>
              <a:defRPr sz="18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fld id="{6D5B0F9A-1EED-4C03-9450-3D45427CFD58}" type="datetime1">
              <a:rPr lang="en-CA" smtClean="0"/>
              <a:t>2026-03-11</a:t>
            </a:fld>
            <a:endParaRPr lang="en-CA"/>
          </a:p>
        </p:txBody>
      </p:sp>
      <p:sp>
        <p:nvSpPr>
          <p:cNvPr id="6" name="Slide Number Placeholder 5"/>
          <p:cNvSpPr>
            <a:spLocks noGrp="1"/>
          </p:cNvSpPr>
          <p:nvPr>
            <p:ph type="sldNum" sz="quarter" idx="12"/>
          </p:nvPr>
        </p:nvSpPr>
        <p:spPr/>
        <p:txBody>
          <a:bodyPr/>
          <a:lstStyle>
            <a:lvl1pPr>
              <a:defRPr/>
            </a:lvl1pPr>
          </a:lstStyle>
          <a:p>
            <a:fld id="{F979D778-5668-409F-BE61-8F31D5437AFC}" type="slidenum">
              <a:rPr lang="en-CA" smtClean="0"/>
              <a:t>‹Nº›</a:t>
            </a:fld>
            <a:endParaRPr lang="en-CA"/>
          </a:p>
        </p:txBody>
      </p:sp>
    </p:spTree>
    <p:extLst>
      <p:ext uri="{BB962C8B-B14F-4D97-AF65-F5344CB8AC3E}">
        <p14:creationId xmlns:p14="http://schemas.microsoft.com/office/powerpoint/2010/main" val="30046338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fld id="{235EE89C-E7CF-4828-ACAB-C94083F85CC3}" type="datetime1">
              <a:rPr lang="en-CA" smtClean="0"/>
              <a:t>2026-03-11</a:t>
            </a:fld>
            <a:endParaRPr lang="en-CA"/>
          </a:p>
        </p:txBody>
      </p:sp>
      <p:sp>
        <p:nvSpPr>
          <p:cNvPr id="6"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‹Nº›</a:t>
            </a:fld>
            <a:endParaRPr lang="en-CA"/>
          </a:p>
        </p:txBody>
      </p:sp>
    </p:spTree>
    <p:extLst>
      <p:ext uri="{BB962C8B-B14F-4D97-AF65-F5344CB8AC3E}">
        <p14:creationId xmlns:p14="http://schemas.microsoft.com/office/powerpoint/2010/main" val="38563988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2147888"/>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2147888"/>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fld id="{93A19430-AC63-4B26-9E27-CD374BA43896}" type="datetime1">
              <a:rPr lang="en-CA" smtClean="0"/>
              <a:t>2026-03-11</a:t>
            </a:fld>
            <a:endParaRPr lang="en-CA"/>
          </a:p>
        </p:txBody>
      </p:sp>
      <p:sp>
        <p:nvSpPr>
          <p:cNvPr id="6" name="Rectangle 5"/>
          <p:cNvSpPr>
            <a:spLocks noGrp="1" noChangeArrowheads="1"/>
          </p:cNvSpPr>
          <p:nvPr>
            <p:ph type="ftr" sz="quarter" idx="11"/>
          </p:nvPr>
        </p:nvSpPr>
        <p:spPr>
          <a:ln/>
        </p:spPr>
        <p:txBody>
          <a:bodyPr/>
          <a:lstStyle>
            <a:lvl1pPr>
              <a:defRPr/>
            </a:lvl1pPr>
          </a:lstStyle>
          <a:p>
            <a:r>
              <a:rPr lang="en-US"/>
              <a:t>Machine Learning in Business 2nd Edition. Copyright © John C. Hull 2020</a:t>
            </a:r>
            <a:endParaRPr lang="en-CA"/>
          </a:p>
        </p:txBody>
      </p:sp>
      <p:sp>
        <p:nvSpPr>
          <p:cNvPr id="7"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‹Nº›</a:t>
            </a:fld>
            <a:endParaRPr lang="en-CA"/>
          </a:p>
        </p:txBody>
      </p:sp>
    </p:spTree>
    <p:extLst>
      <p:ext uri="{BB962C8B-B14F-4D97-AF65-F5344CB8AC3E}">
        <p14:creationId xmlns:p14="http://schemas.microsoft.com/office/powerpoint/2010/main" val="2702590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fld id="{6685AF6A-6E46-4208-8F47-D87785E17770}" type="datetime1">
              <a:rPr lang="en-CA" smtClean="0"/>
              <a:t>2026-03-11</a:t>
            </a:fld>
            <a:endParaRPr lang="en-CA"/>
          </a:p>
        </p:txBody>
      </p:sp>
      <p:sp>
        <p:nvSpPr>
          <p:cNvPr id="8" name="Rectangle 5"/>
          <p:cNvSpPr>
            <a:spLocks noGrp="1" noChangeArrowheads="1"/>
          </p:cNvSpPr>
          <p:nvPr>
            <p:ph type="ftr" sz="quarter" idx="11"/>
          </p:nvPr>
        </p:nvSpPr>
        <p:spPr>
          <a:ln/>
        </p:spPr>
        <p:txBody>
          <a:bodyPr/>
          <a:lstStyle>
            <a:lvl1pPr>
              <a:defRPr/>
            </a:lvl1pPr>
          </a:lstStyle>
          <a:p>
            <a:r>
              <a:rPr lang="en-US"/>
              <a:t>Machine Learning in Business 2nd Edition. Copyright © John C. Hull 2020</a:t>
            </a:r>
            <a:endParaRPr lang="en-CA"/>
          </a:p>
        </p:txBody>
      </p:sp>
      <p:sp>
        <p:nvSpPr>
          <p:cNvPr id="9"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‹Nº›</a:t>
            </a:fld>
            <a:endParaRPr lang="en-CA"/>
          </a:p>
        </p:txBody>
      </p:sp>
    </p:spTree>
    <p:extLst>
      <p:ext uri="{BB962C8B-B14F-4D97-AF65-F5344CB8AC3E}">
        <p14:creationId xmlns:p14="http://schemas.microsoft.com/office/powerpoint/2010/main" val="766952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fld id="{CB46CA32-02DC-4638-BD0E-E300E38A9C28}" type="datetime1">
              <a:rPr lang="en-CA" smtClean="0"/>
              <a:t>2026-03-11</a:t>
            </a:fld>
            <a:endParaRPr lang="en-CA"/>
          </a:p>
        </p:txBody>
      </p:sp>
      <p:sp>
        <p:nvSpPr>
          <p:cNvPr id="4" name="Rectangle 5"/>
          <p:cNvSpPr>
            <a:spLocks noGrp="1" noChangeArrowheads="1"/>
          </p:cNvSpPr>
          <p:nvPr>
            <p:ph type="ftr" sz="quarter" idx="11"/>
          </p:nvPr>
        </p:nvSpPr>
        <p:spPr>
          <a:ln/>
        </p:spPr>
        <p:txBody>
          <a:bodyPr/>
          <a:lstStyle>
            <a:lvl1pPr>
              <a:defRPr/>
            </a:lvl1pPr>
          </a:lstStyle>
          <a:p>
            <a:r>
              <a:rPr lang="en-US"/>
              <a:t>Machine Learning in Business 2nd Edition. Copyright © John C. Hull 2020</a:t>
            </a:r>
            <a:endParaRPr lang="en-CA"/>
          </a:p>
        </p:txBody>
      </p:sp>
      <p:sp>
        <p:nvSpPr>
          <p:cNvPr id="5"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‹Nº›</a:t>
            </a:fld>
            <a:endParaRPr lang="en-CA"/>
          </a:p>
        </p:txBody>
      </p:sp>
    </p:spTree>
    <p:extLst>
      <p:ext uri="{BB962C8B-B14F-4D97-AF65-F5344CB8AC3E}">
        <p14:creationId xmlns:p14="http://schemas.microsoft.com/office/powerpoint/2010/main" val="1909410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fld id="{102422B5-8A9E-42E6-9E46-5EEC6AC42640}" type="datetime1">
              <a:rPr lang="en-CA" smtClean="0"/>
              <a:t>2026-03-11</a:t>
            </a:fld>
            <a:endParaRPr lang="en-CA"/>
          </a:p>
        </p:txBody>
      </p:sp>
      <p:sp>
        <p:nvSpPr>
          <p:cNvPr id="3" name="Rectangle 5"/>
          <p:cNvSpPr>
            <a:spLocks noGrp="1" noChangeArrowheads="1"/>
          </p:cNvSpPr>
          <p:nvPr>
            <p:ph type="ftr" sz="quarter" idx="11"/>
          </p:nvPr>
        </p:nvSpPr>
        <p:spPr>
          <a:ln/>
        </p:spPr>
        <p:txBody>
          <a:bodyPr/>
          <a:lstStyle>
            <a:lvl1pPr>
              <a:defRPr/>
            </a:lvl1pPr>
          </a:lstStyle>
          <a:p>
            <a:r>
              <a:rPr lang="en-US"/>
              <a:t>Machine Learning in Business 2nd Edition. Copyright © John C. Hull 2020</a:t>
            </a:r>
            <a:endParaRPr lang="en-CA"/>
          </a:p>
        </p:txBody>
      </p:sp>
      <p:sp>
        <p:nvSpPr>
          <p:cNvPr id="4"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‹Nº›</a:t>
            </a:fld>
            <a:endParaRPr lang="en-CA"/>
          </a:p>
        </p:txBody>
      </p:sp>
    </p:spTree>
    <p:extLst>
      <p:ext uri="{BB962C8B-B14F-4D97-AF65-F5344CB8AC3E}">
        <p14:creationId xmlns:p14="http://schemas.microsoft.com/office/powerpoint/2010/main" val="401681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060F9CB1-1B8A-44DE-B734-C06D04A09C7F}" type="datetime1">
              <a:rPr lang="en-CA" smtClean="0"/>
              <a:t>2026-03-11</a:t>
            </a:fld>
            <a:endParaRPr lang="en-CA"/>
          </a:p>
        </p:txBody>
      </p:sp>
      <p:sp>
        <p:nvSpPr>
          <p:cNvPr id="6" name="Rectangle 5"/>
          <p:cNvSpPr>
            <a:spLocks noGrp="1" noChangeArrowheads="1"/>
          </p:cNvSpPr>
          <p:nvPr>
            <p:ph type="ftr" sz="quarter" idx="11"/>
          </p:nvPr>
        </p:nvSpPr>
        <p:spPr>
          <a:ln/>
        </p:spPr>
        <p:txBody>
          <a:bodyPr/>
          <a:lstStyle>
            <a:lvl1pPr>
              <a:defRPr/>
            </a:lvl1pPr>
          </a:lstStyle>
          <a:p>
            <a:r>
              <a:rPr lang="en-US"/>
              <a:t>Machine Learning in Business 2nd Edition. Copyright © John C. Hull 2020</a:t>
            </a:r>
            <a:endParaRPr lang="en-CA"/>
          </a:p>
        </p:txBody>
      </p:sp>
      <p:sp>
        <p:nvSpPr>
          <p:cNvPr id="7"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‹Nº›</a:t>
            </a:fld>
            <a:endParaRPr lang="en-CA"/>
          </a:p>
        </p:txBody>
      </p:sp>
    </p:spTree>
    <p:extLst>
      <p:ext uri="{BB962C8B-B14F-4D97-AF65-F5344CB8AC3E}">
        <p14:creationId xmlns:p14="http://schemas.microsoft.com/office/powerpoint/2010/main" val="4079828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33961E04-292B-461F-AAB3-3E4E1A3A2104}" type="datetime1">
              <a:rPr lang="en-CA" smtClean="0"/>
              <a:t>2026-03-11</a:t>
            </a:fld>
            <a:endParaRPr lang="en-CA"/>
          </a:p>
        </p:txBody>
      </p:sp>
      <p:sp>
        <p:nvSpPr>
          <p:cNvPr id="6" name="Rectangle 5"/>
          <p:cNvSpPr>
            <a:spLocks noGrp="1" noChangeArrowheads="1"/>
          </p:cNvSpPr>
          <p:nvPr>
            <p:ph type="ftr" sz="quarter" idx="11"/>
          </p:nvPr>
        </p:nvSpPr>
        <p:spPr>
          <a:ln/>
        </p:spPr>
        <p:txBody>
          <a:bodyPr/>
          <a:lstStyle>
            <a:lvl1pPr>
              <a:defRPr/>
            </a:lvl1pPr>
          </a:lstStyle>
          <a:p>
            <a:r>
              <a:rPr lang="en-US"/>
              <a:t>Machine Learning in Business 2nd Edition. Copyright © John C. Hull 2020</a:t>
            </a:r>
            <a:endParaRPr lang="en-CA"/>
          </a:p>
        </p:txBody>
      </p:sp>
      <p:sp>
        <p:nvSpPr>
          <p:cNvPr id="7"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‹Nº›</a:t>
            </a:fld>
            <a:endParaRPr lang="en-CA"/>
          </a:p>
        </p:txBody>
      </p:sp>
    </p:spTree>
    <p:extLst>
      <p:ext uri="{BB962C8B-B14F-4D97-AF65-F5344CB8AC3E}">
        <p14:creationId xmlns:p14="http://schemas.microsoft.com/office/powerpoint/2010/main" val="3245219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fld id="{D14F0710-9385-4B57-9300-71C81CF512F9}" type="datetime1">
              <a:rPr lang="en-CA" smtClean="0"/>
              <a:t>2026-03-11</a:t>
            </a:fld>
            <a:endParaRPr lang="en-CA"/>
          </a:p>
        </p:txBody>
      </p:sp>
      <p:sp>
        <p:nvSpPr>
          <p:cNvPr id="5" name="Rectangle 5"/>
          <p:cNvSpPr>
            <a:spLocks noGrp="1" noChangeArrowheads="1"/>
          </p:cNvSpPr>
          <p:nvPr>
            <p:ph type="ftr" sz="quarter" idx="11"/>
          </p:nvPr>
        </p:nvSpPr>
        <p:spPr>
          <a:ln/>
        </p:spPr>
        <p:txBody>
          <a:bodyPr/>
          <a:lstStyle>
            <a:lvl1pPr>
              <a:defRPr/>
            </a:lvl1pPr>
          </a:lstStyle>
          <a:p>
            <a:r>
              <a:rPr lang="en-US"/>
              <a:t>Machine Learning in Business 2nd Edition. Copyright © John C. Hull 2020</a:t>
            </a:r>
            <a:endParaRPr lang="en-CA"/>
          </a:p>
        </p:txBody>
      </p:sp>
      <p:sp>
        <p:nvSpPr>
          <p:cNvPr id="6"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‹Nº›</a:t>
            </a:fld>
            <a:endParaRPr lang="en-CA"/>
          </a:p>
        </p:txBody>
      </p:sp>
    </p:spTree>
    <p:extLst>
      <p:ext uri="{BB962C8B-B14F-4D97-AF65-F5344CB8AC3E}">
        <p14:creationId xmlns:p14="http://schemas.microsoft.com/office/powerpoint/2010/main" val="3502955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05564" y="930277"/>
            <a:ext cx="2052637" cy="53324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46064" y="930277"/>
            <a:ext cx="6007100" cy="53324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fld id="{02DEC234-748F-48AE-8F46-1EE6B4785553}" type="datetime1">
              <a:rPr lang="en-CA" smtClean="0"/>
              <a:t>2026-03-11</a:t>
            </a:fld>
            <a:endParaRPr lang="en-CA"/>
          </a:p>
        </p:txBody>
      </p:sp>
      <p:sp>
        <p:nvSpPr>
          <p:cNvPr id="5" name="Rectangle 5"/>
          <p:cNvSpPr>
            <a:spLocks noGrp="1" noChangeArrowheads="1"/>
          </p:cNvSpPr>
          <p:nvPr>
            <p:ph type="ftr" sz="quarter" idx="11"/>
          </p:nvPr>
        </p:nvSpPr>
        <p:spPr>
          <a:ln/>
        </p:spPr>
        <p:txBody>
          <a:bodyPr/>
          <a:lstStyle>
            <a:lvl1pPr>
              <a:defRPr/>
            </a:lvl1pPr>
          </a:lstStyle>
          <a:p>
            <a:r>
              <a:rPr lang="en-US"/>
              <a:t>Machine Learning in Business 2nd Edition. Copyright © John C. Hull 2020</a:t>
            </a:r>
            <a:endParaRPr lang="en-CA"/>
          </a:p>
        </p:txBody>
      </p:sp>
      <p:sp>
        <p:nvSpPr>
          <p:cNvPr id="6"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‹Nº›</a:t>
            </a:fld>
            <a:endParaRPr lang="en-CA"/>
          </a:p>
        </p:txBody>
      </p:sp>
    </p:spTree>
    <p:extLst>
      <p:ext uri="{BB962C8B-B14F-4D97-AF65-F5344CB8AC3E}">
        <p14:creationId xmlns:p14="http://schemas.microsoft.com/office/powerpoint/2010/main" val="31107564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fld id="{14DAD95F-A48B-4AF3-B1E9-B643BE34833A}" type="datetime1">
              <a:rPr lang="en-CA" smtClean="0"/>
              <a:t>2026-03-11</a:t>
            </a:fld>
            <a:endParaRPr lang="en-CA"/>
          </a:p>
        </p:txBody>
      </p:sp>
      <p:sp>
        <p:nvSpPr>
          <p:cNvPr id="6" name="Rectangle 5"/>
          <p:cNvSpPr>
            <a:spLocks noGrp="1" noChangeArrowheads="1"/>
          </p:cNvSpPr>
          <p:nvPr>
            <p:ph type="ftr" sz="quarter" idx="11"/>
          </p:nvPr>
        </p:nvSpPr>
        <p:spPr>
          <a:ln/>
        </p:spPr>
        <p:txBody>
          <a:bodyPr/>
          <a:lstStyle>
            <a:lvl1pPr>
              <a:defRPr/>
            </a:lvl1pPr>
          </a:lstStyle>
          <a:p>
            <a:r>
              <a:rPr lang="en-US"/>
              <a:t>Machine Learning in Business 2nd Edition. Copyright © John C. Hull 2020</a:t>
            </a:r>
            <a:endParaRPr lang="en-CA"/>
          </a:p>
        </p:txBody>
      </p:sp>
      <p:sp>
        <p:nvSpPr>
          <p:cNvPr id="7"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‹Nº›</a:t>
            </a:fld>
            <a:endParaRPr lang="en-CA"/>
          </a:p>
        </p:txBody>
      </p:sp>
    </p:spTree>
    <p:extLst>
      <p:ext uri="{BB962C8B-B14F-4D97-AF65-F5344CB8AC3E}">
        <p14:creationId xmlns:p14="http://schemas.microsoft.com/office/powerpoint/2010/main" val="1255136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719265"/>
            <a:ext cx="4038600" cy="2128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4000502"/>
            <a:ext cx="4038600" cy="2130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fld id="{03D0F452-F241-4846-B266-DAD80AA5EA8E}" type="datetime1">
              <a:rPr lang="en-CA" smtClean="0"/>
              <a:t>2026-03-11</a:t>
            </a:fld>
            <a:endParaRPr lang="en-CA"/>
          </a:p>
        </p:txBody>
      </p:sp>
      <p:sp>
        <p:nvSpPr>
          <p:cNvPr id="7" name="Rectangle 5"/>
          <p:cNvSpPr>
            <a:spLocks noGrp="1" noChangeArrowheads="1"/>
          </p:cNvSpPr>
          <p:nvPr>
            <p:ph type="ftr" sz="quarter" idx="11"/>
          </p:nvPr>
        </p:nvSpPr>
        <p:spPr>
          <a:ln/>
        </p:spPr>
        <p:txBody>
          <a:bodyPr/>
          <a:lstStyle>
            <a:lvl1pPr>
              <a:defRPr/>
            </a:lvl1pPr>
          </a:lstStyle>
          <a:p>
            <a:r>
              <a:rPr lang="en-US"/>
              <a:t>Machine Learning in Business 2nd Edition. Copyright © John C. Hull 2020</a:t>
            </a:r>
            <a:endParaRPr lang="en-CA"/>
          </a:p>
        </p:txBody>
      </p:sp>
      <p:sp>
        <p:nvSpPr>
          <p:cNvPr id="8"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‹Nº›</a:t>
            </a:fld>
            <a:endParaRPr lang="en-CA"/>
          </a:p>
        </p:txBody>
      </p:sp>
    </p:spTree>
    <p:extLst>
      <p:ext uri="{BB962C8B-B14F-4D97-AF65-F5344CB8AC3E}">
        <p14:creationId xmlns:p14="http://schemas.microsoft.com/office/powerpoint/2010/main" val="31811418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Cyan - Blank">
    <p:spTree>
      <p:nvGrpSpPr>
        <p:cNvPr id="1" name=""/>
        <p:cNvGrpSpPr/>
        <p:nvPr/>
      </p:nvGrpSpPr>
      <p:grpSpPr>
        <a:xfrm>
          <a:off x="0" y="0"/>
          <a:ext cx="0" cy="0"/>
          <a:chOff x="0" y="0"/>
          <a:chExt cx="0" cy="0"/>
        </a:xfrm>
      </p:grpSpPr>
      <p:sp>
        <p:nvSpPr>
          <p:cNvPr id="2" name="Title 1"/>
          <p:cNvSpPr>
            <a:spLocks noGrp="1"/>
          </p:cNvSpPr>
          <p:nvPr>
            <p:ph type="ctrTitle"/>
          </p:nvPr>
        </p:nvSpPr>
        <p:spPr>
          <a:xfrm>
            <a:off x="251521" y="274638"/>
            <a:ext cx="7200800" cy="563564"/>
          </a:xfrm>
        </p:spPr>
        <p:txBody>
          <a:bodyPr anchor="b"/>
          <a:lstStyle>
            <a:lvl1pP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46A9B05F-CE41-4763-BC66-F83481F63E11}" type="datetime1">
              <a:rPr lang="en-CA" smtClean="0"/>
              <a:t>2026-03-11</a:t>
            </a:fld>
            <a:endParaRPr lang="en-CA"/>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US"/>
              <a:t>Machine Learning in Business 2nd Edition. Copyright © John C. Hull 2020</a:t>
            </a:r>
            <a:endParaRPr lang="en-CA"/>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979D778-5668-409F-BE61-8F31D5437AFC}" type="slidenum">
              <a:rPr lang="en-CA" smtClean="0"/>
              <a:t>‹Nº›</a:t>
            </a:fld>
            <a:endParaRPr lang="en-CA"/>
          </a:p>
        </p:txBody>
      </p:sp>
      <p:sp>
        <p:nvSpPr>
          <p:cNvPr id="3" name="Subtitle 2"/>
          <p:cNvSpPr>
            <a:spLocks noGrp="1"/>
          </p:cNvSpPr>
          <p:nvPr>
            <p:ph type="subTitle" idx="1"/>
          </p:nvPr>
        </p:nvSpPr>
        <p:spPr>
          <a:xfrm>
            <a:off x="251521" y="838201"/>
            <a:ext cx="7200800" cy="533400"/>
          </a:xfrm>
        </p:spPr>
        <p:txBody>
          <a:bodyPr anchor="t">
            <a:normAutofit/>
          </a:bodyPr>
          <a:lstStyle>
            <a:lvl1pPr marL="0" indent="0" algn="l">
              <a:buNone/>
              <a:defRPr sz="1350" b="0">
                <a:solidFill>
                  <a:schemeClr val="bg1">
                    <a:lumMod val="65000"/>
                  </a:schemeClr>
                </a:solidFill>
                <a:latin typeface="Arial" panose="020B0604020202020204" pitchFamily="34" charset="0"/>
                <a:cs typeface="Arial" panose="020B0604020202020204"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12" name="Content Placeholder 2"/>
          <p:cNvSpPr>
            <a:spLocks noGrp="1"/>
          </p:cNvSpPr>
          <p:nvPr>
            <p:ph idx="14"/>
          </p:nvPr>
        </p:nvSpPr>
        <p:spPr>
          <a:xfrm>
            <a:off x="251520" y="1484784"/>
            <a:ext cx="8637640" cy="4752528"/>
          </a:xfrm>
        </p:spPr>
        <p:txBody>
          <a:bodyPr/>
          <a:lstStyle>
            <a:lvl1pPr>
              <a:defRPr>
                <a:latin typeface="Arial" panose="020B0604020202020204" pitchFamily="34" charset="0"/>
                <a:cs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2005514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27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6063" y="9302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2147888"/>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0" name="Rectangle 4"/>
          <p:cNvSpPr>
            <a:spLocks noGrp="1" noChangeArrowheads="1"/>
          </p:cNvSpPr>
          <p:nvPr>
            <p:ph type="dt" sz="half" idx="2"/>
          </p:nvPr>
        </p:nvSpPr>
        <p:spPr bwMode="auto">
          <a:xfrm>
            <a:off x="685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050" smtClean="0">
                <a:latin typeface="Arial" charset="0"/>
                <a:cs typeface="Arial" charset="0"/>
              </a:defRPr>
            </a:lvl1pPr>
          </a:lstStyle>
          <a:p>
            <a:fld id="{C44A13F7-118F-4BB3-9BCA-3C9500AD8346}" type="datetime1">
              <a:rPr lang="en-CA" smtClean="0"/>
              <a:t>2026-03-11</a:t>
            </a:fld>
            <a:endParaRPr lang="en-CA"/>
          </a:p>
        </p:txBody>
      </p:sp>
      <p:sp>
        <p:nvSpPr>
          <p:cNvPr id="4101" name="Rectangle 5"/>
          <p:cNvSpPr>
            <a:spLocks noGrp="1" noChangeArrowheads="1"/>
          </p:cNvSpPr>
          <p:nvPr>
            <p:ph type="ftr" sz="quarter" idx="3"/>
          </p:nvPr>
        </p:nvSpPr>
        <p:spPr bwMode="auto">
          <a:xfrm>
            <a:off x="1828800" y="6324600"/>
            <a:ext cx="5486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fontAlgn="auto" hangingPunct="1">
              <a:spcBef>
                <a:spcPts val="0"/>
              </a:spcBef>
              <a:spcAft>
                <a:spcPts val="0"/>
              </a:spcAft>
              <a:defRPr sz="1050" smtClean="0">
                <a:latin typeface="Arial" charset="0"/>
                <a:cs typeface="Arial" charset="0"/>
              </a:defRPr>
            </a:lvl1pPr>
          </a:lstStyle>
          <a:p>
            <a:r>
              <a:rPr lang="en-US"/>
              <a:t>Machine Learning in Business 2nd Edition. Copyright © John C. Hull 2020</a:t>
            </a:r>
            <a:endParaRPr lang="en-CA"/>
          </a:p>
        </p:txBody>
      </p:sp>
      <p:sp>
        <p:nvSpPr>
          <p:cNvPr id="4102" name="Rectangle 6"/>
          <p:cNvSpPr>
            <a:spLocks noGrp="1" noChangeArrowheads="1"/>
          </p:cNvSpPr>
          <p:nvPr>
            <p:ph type="sldNum" sz="quarter" idx="4"/>
          </p:nvPr>
        </p:nvSpPr>
        <p:spPr bwMode="auto">
          <a:xfrm>
            <a:off x="65532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050">
                <a:latin typeface="Arial" panose="020B0604020202020204" pitchFamily="34" charset="0"/>
              </a:defRPr>
            </a:lvl1pPr>
          </a:lstStyle>
          <a:p>
            <a:fld id="{F979D778-5668-409F-BE61-8F31D5437AFC}" type="slidenum">
              <a:rPr lang="en-CA" smtClean="0"/>
              <a:t>‹Nº›</a:t>
            </a:fld>
            <a:endParaRPr lang="en-CA"/>
          </a:p>
        </p:txBody>
      </p:sp>
      <p:grpSp>
        <p:nvGrpSpPr>
          <p:cNvPr id="1031" name="Group 7"/>
          <p:cNvGrpSpPr>
            <a:grpSpLocks/>
          </p:cNvGrpSpPr>
          <p:nvPr/>
        </p:nvGrpSpPr>
        <p:grpSpPr bwMode="auto">
          <a:xfrm>
            <a:off x="261938" y="87313"/>
            <a:ext cx="8488362" cy="831850"/>
            <a:chOff x="165" y="55"/>
            <a:chExt cx="5347" cy="524"/>
          </a:xfrm>
        </p:grpSpPr>
        <p:grpSp>
          <p:nvGrpSpPr>
            <p:cNvPr id="1032" name="Group 8"/>
            <p:cNvGrpSpPr>
              <a:grpSpLocks/>
            </p:cNvGrpSpPr>
            <p:nvPr userDrawn="1"/>
          </p:nvGrpSpPr>
          <p:grpSpPr bwMode="auto">
            <a:xfrm>
              <a:off x="664" y="104"/>
              <a:ext cx="4848" cy="432"/>
              <a:chOff x="664" y="104"/>
              <a:chExt cx="4848" cy="432"/>
            </a:xfrm>
          </p:grpSpPr>
          <p:sp>
            <p:nvSpPr>
              <p:cNvPr id="1034" name="Freeform 9"/>
              <p:cNvSpPr>
                <a:spLocks/>
              </p:cNvSpPr>
              <p:nvPr/>
            </p:nvSpPr>
            <p:spPr bwMode="ltGray">
              <a:xfrm>
                <a:off x="664" y="104"/>
                <a:ext cx="4848" cy="432"/>
              </a:xfrm>
              <a:custGeom>
                <a:avLst/>
                <a:gdLst>
                  <a:gd name="T0" fmla="*/ 4848 w 4848"/>
                  <a:gd name="T1" fmla="*/ 48 h 432"/>
                  <a:gd name="T2" fmla="*/ 4848 w 4848"/>
                  <a:gd name="T3" fmla="*/ 432 h 432"/>
                  <a:gd name="T4" fmla="*/ 0 w 4848"/>
                  <a:gd name="T5" fmla="*/ 432 h 432"/>
                  <a:gd name="T6" fmla="*/ 0 w 4848"/>
                  <a:gd name="T7" fmla="*/ 0 h 432"/>
                  <a:gd name="T8" fmla="*/ 4848 w 4848"/>
                  <a:gd name="T9" fmla="*/ 0 h 432"/>
                  <a:gd name="T10" fmla="*/ 4848 w 4848"/>
                  <a:gd name="T11" fmla="*/ 48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48" h="432">
                    <a:moveTo>
                      <a:pt x="4848" y="48"/>
                    </a:moveTo>
                    <a:lnTo>
                      <a:pt x="4848" y="432"/>
                    </a:lnTo>
                    <a:cubicBezTo>
                      <a:pt x="4848" y="432"/>
                      <a:pt x="2424" y="432"/>
                      <a:pt x="0" y="432"/>
                    </a:cubicBezTo>
                    <a:cubicBezTo>
                      <a:pt x="161" y="345"/>
                      <a:pt x="169" y="61"/>
                      <a:pt x="0" y="0"/>
                    </a:cubicBezTo>
                    <a:cubicBezTo>
                      <a:pt x="2424" y="0"/>
                      <a:pt x="4848" y="0"/>
                      <a:pt x="4848" y="0"/>
                    </a:cubicBezTo>
                    <a:lnTo>
                      <a:pt x="4848" y="48"/>
                    </a:lnTo>
                    <a:close/>
                  </a:path>
                </a:pathLst>
              </a:custGeom>
              <a:solidFill>
                <a:schemeClr val="hlink"/>
              </a:solidFill>
              <a:ln w="9525">
                <a:solidFill>
                  <a:schemeClr val="bg2"/>
                </a:solidFill>
                <a:round/>
                <a:headEnd/>
                <a:tailEnd/>
              </a:ln>
            </p:spPr>
            <p:txBody>
              <a:bodyPr wrap="none" anchor="ctr"/>
              <a:lstStyle/>
              <a:p>
                <a:endParaRPr lang="en-US" sz="1350"/>
              </a:p>
            </p:txBody>
          </p:sp>
          <p:grpSp>
            <p:nvGrpSpPr>
              <p:cNvPr id="1035" name="Group 10"/>
              <p:cNvGrpSpPr>
                <a:grpSpLocks/>
              </p:cNvGrpSpPr>
              <p:nvPr/>
            </p:nvGrpSpPr>
            <p:grpSpPr bwMode="auto">
              <a:xfrm>
                <a:off x="1195" y="104"/>
                <a:ext cx="3827" cy="429"/>
                <a:chOff x="1021" y="240"/>
                <a:chExt cx="3827" cy="429"/>
              </a:xfrm>
            </p:grpSpPr>
            <p:grpSp>
              <p:nvGrpSpPr>
                <p:cNvPr id="1084" name="Group 11"/>
                <p:cNvGrpSpPr>
                  <a:grpSpLocks/>
                </p:cNvGrpSpPr>
                <p:nvPr/>
              </p:nvGrpSpPr>
              <p:grpSpPr bwMode="auto">
                <a:xfrm>
                  <a:off x="1021" y="241"/>
                  <a:ext cx="2208" cy="427"/>
                  <a:chOff x="1021" y="241"/>
                  <a:chExt cx="2208" cy="427"/>
                </a:xfrm>
              </p:grpSpPr>
              <p:sp>
                <p:nvSpPr>
                  <p:cNvPr id="1128" name="Freeform 12"/>
                  <p:cNvSpPr>
                    <a:spLocks/>
                  </p:cNvSpPr>
                  <p:nvPr/>
                </p:nvSpPr>
                <p:spPr bwMode="ltGray">
                  <a:xfrm>
                    <a:off x="2257" y="633"/>
                    <a:ext cx="7" cy="8"/>
                  </a:xfrm>
                  <a:custGeom>
                    <a:avLst/>
                    <a:gdLst>
                      <a:gd name="T0" fmla="*/ 0 w 15"/>
                      <a:gd name="T1" fmla="*/ 0 h 23"/>
                      <a:gd name="T2" fmla="*/ 0 w 15"/>
                      <a:gd name="T3" fmla="*/ 0 h 23"/>
                      <a:gd name="T4" fmla="*/ 0 w 15"/>
                      <a:gd name="T5" fmla="*/ 0 h 23"/>
                      <a:gd name="T6" fmla="*/ 0 w 15"/>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9" name="Freeform 13"/>
                  <p:cNvSpPr>
                    <a:spLocks/>
                  </p:cNvSpPr>
                  <p:nvPr/>
                </p:nvSpPr>
                <p:spPr bwMode="ltGray">
                  <a:xfrm>
                    <a:off x="2332" y="660"/>
                    <a:ext cx="9" cy="8"/>
                  </a:xfrm>
                  <a:custGeom>
                    <a:avLst/>
                    <a:gdLst>
                      <a:gd name="T0" fmla="*/ 0 w 20"/>
                      <a:gd name="T1" fmla="*/ 0 h 23"/>
                      <a:gd name="T2" fmla="*/ 0 w 20"/>
                      <a:gd name="T3" fmla="*/ 0 h 23"/>
                      <a:gd name="T4" fmla="*/ 0 w 20"/>
                      <a:gd name="T5" fmla="*/ 0 h 23"/>
                      <a:gd name="T6" fmla="*/ 0 w 20"/>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0" name="Freeform 14"/>
                  <p:cNvSpPr>
                    <a:spLocks/>
                  </p:cNvSpPr>
                  <p:nvPr/>
                </p:nvSpPr>
                <p:spPr bwMode="ltGray">
                  <a:xfrm>
                    <a:off x="2120" y="616"/>
                    <a:ext cx="13" cy="14"/>
                  </a:xfrm>
                  <a:custGeom>
                    <a:avLst/>
                    <a:gdLst>
                      <a:gd name="T0" fmla="*/ 0 w 30"/>
                      <a:gd name="T1" fmla="*/ 0 h 42"/>
                      <a:gd name="T2" fmla="*/ 0 w 30"/>
                      <a:gd name="T3" fmla="*/ 0 h 42"/>
                      <a:gd name="T4" fmla="*/ 0 w 30"/>
                      <a:gd name="T5" fmla="*/ 0 h 42"/>
                      <a:gd name="T6" fmla="*/ 0 w 30"/>
                      <a:gd name="T7" fmla="*/ 0 h 42"/>
                      <a:gd name="T8" fmla="*/ 0 w 30"/>
                      <a:gd name="T9" fmla="*/ 0 h 42"/>
                      <a:gd name="T10" fmla="*/ 0 w 30"/>
                      <a:gd name="T11" fmla="*/ 0 h 42"/>
                      <a:gd name="T12" fmla="*/ 0 w 30"/>
                      <a:gd name="T13" fmla="*/ 0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1" name="Freeform 15"/>
                  <p:cNvSpPr>
                    <a:spLocks/>
                  </p:cNvSpPr>
                  <p:nvPr/>
                </p:nvSpPr>
                <p:spPr bwMode="ltGray">
                  <a:xfrm>
                    <a:off x="1967" y="629"/>
                    <a:ext cx="11" cy="5"/>
                  </a:xfrm>
                  <a:custGeom>
                    <a:avLst/>
                    <a:gdLst>
                      <a:gd name="T0" fmla="*/ 0 w 25"/>
                      <a:gd name="T1" fmla="*/ 0 h 16"/>
                      <a:gd name="T2" fmla="*/ 0 w 25"/>
                      <a:gd name="T3" fmla="*/ 0 h 16"/>
                      <a:gd name="T4" fmla="*/ 0 w 25"/>
                      <a:gd name="T5" fmla="*/ 0 h 16"/>
                      <a:gd name="T6" fmla="*/ 0 w 25"/>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2" name="Freeform 16"/>
                  <p:cNvSpPr>
                    <a:spLocks/>
                  </p:cNvSpPr>
                  <p:nvPr/>
                </p:nvSpPr>
                <p:spPr bwMode="ltGray">
                  <a:xfrm>
                    <a:off x="1921" y="635"/>
                    <a:ext cx="28" cy="16"/>
                  </a:xfrm>
                  <a:custGeom>
                    <a:avLst/>
                    <a:gdLst>
                      <a:gd name="T0" fmla="*/ 0 w 65"/>
                      <a:gd name="T1" fmla="*/ 0 h 46"/>
                      <a:gd name="T2" fmla="*/ 0 w 65"/>
                      <a:gd name="T3" fmla="*/ 0 h 46"/>
                      <a:gd name="T4" fmla="*/ 0 w 65"/>
                      <a:gd name="T5" fmla="*/ 0 h 46"/>
                      <a:gd name="T6" fmla="*/ 0 w 65"/>
                      <a:gd name="T7" fmla="*/ 0 h 46"/>
                      <a:gd name="T8" fmla="*/ 0 w 65"/>
                      <a:gd name="T9" fmla="*/ 0 h 46"/>
                      <a:gd name="T10" fmla="*/ 0 w 65"/>
                      <a:gd name="T11" fmla="*/ 0 h 46"/>
                      <a:gd name="T12" fmla="*/ 0 w 65"/>
                      <a:gd name="T13" fmla="*/ 0 h 46"/>
                      <a:gd name="T14" fmla="*/ 0 w 65"/>
                      <a:gd name="T15" fmla="*/ 0 h 46"/>
                      <a:gd name="T16" fmla="*/ 0 w 65"/>
                      <a:gd name="T17" fmla="*/ 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3" name="Freeform 17"/>
                  <p:cNvSpPr>
                    <a:spLocks/>
                  </p:cNvSpPr>
                  <p:nvPr/>
                </p:nvSpPr>
                <p:spPr bwMode="ltGray">
                  <a:xfrm>
                    <a:off x="1892" y="634"/>
                    <a:ext cx="29" cy="16"/>
                  </a:xfrm>
                  <a:custGeom>
                    <a:avLst/>
                    <a:gdLst>
                      <a:gd name="T0" fmla="*/ 0 w 69"/>
                      <a:gd name="T1" fmla="*/ 0 h 47"/>
                      <a:gd name="T2" fmla="*/ 0 w 69"/>
                      <a:gd name="T3" fmla="*/ 0 h 47"/>
                      <a:gd name="T4" fmla="*/ 0 w 69"/>
                      <a:gd name="T5" fmla="*/ 0 h 47"/>
                      <a:gd name="T6" fmla="*/ 0 w 69"/>
                      <a:gd name="T7" fmla="*/ 0 h 47"/>
                      <a:gd name="T8" fmla="*/ 0 w 69"/>
                      <a:gd name="T9" fmla="*/ 0 h 47"/>
                      <a:gd name="T10" fmla="*/ 0 w 69"/>
                      <a:gd name="T11" fmla="*/ 0 h 47"/>
                      <a:gd name="T12" fmla="*/ 0 w 69"/>
                      <a:gd name="T13" fmla="*/ 0 h 47"/>
                      <a:gd name="T14" fmla="*/ 0 w 69"/>
                      <a:gd name="T15" fmla="*/ 0 h 47"/>
                      <a:gd name="T16" fmla="*/ 0 w 69"/>
                      <a:gd name="T17" fmla="*/ 0 h 47"/>
                      <a:gd name="T18" fmla="*/ 0 w 69"/>
                      <a:gd name="T19" fmla="*/ 0 h 47"/>
                      <a:gd name="T20" fmla="*/ 0 w 69"/>
                      <a:gd name="T21" fmla="*/ 0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4" name="Freeform 18"/>
                  <p:cNvSpPr>
                    <a:spLocks/>
                  </p:cNvSpPr>
                  <p:nvPr/>
                </p:nvSpPr>
                <p:spPr bwMode="ltGray">
                  <a:xfrm>
                    <a:off x="1735" y="547"/>
                    <a:ext cx="151" cy="93"/>
                  </a:xfrm>
                  <a:custGeom>
                    <a:avLst/>
                    <a:gdLst>
                      <a:gd name="T0" fmla="*/ 0 w 355"/>
                      <a:gd name="T1" fmla="*/ 0 h 277"/>
                      <a:gd name="T2" fmla="*/ 0 w 355"/>
                      <a:gd name="T3" fmla="*/ 0 h 277"/>
                      <a:gd name="T4" fmla="*/ 0 w 355"/>
                      <a:gd name="T5" fmla="*/ 0 h 277"/>
                      <a:gd name="T6" fmla="*/ 0 w 355"/>
                      <a:gd name="T7" fmla="*/ 0 h 277"/>
                      <a:gd name="T8" fmla="*/ 0 w 355"/>
                      <a:gd name="T9" fmla="*/ 0 h 277"/>
                      <a:gd name="T10" fmla="*/ 0 w 355"/>
                      <a:gd name="T11" fmla="*/ 0 h 277"/>
                      <a:gd name="T12" fmla="*/ 0 w 355"/>
                      <a:gd name="T13" fmla="*/ 0 h 277"/>
                      <a:gd name="T14" fmla="*/ 0 w 355"/>
                      <a:gd name="T15" fmla="*/ 0 h 277"/>
                      <a:gd name="T16" fmla="*/ 0 w 355"/>
                      <a:gd name="T17" fmla="*/ 0 h 277"/>
                      <a:gd name="T18" fmla="*/ 0 w 355"/>
                      <a:gd name="T19" fmla="*/ 0 h 277"/>
                      <a:gd name="T20" fmla="*/ 0 w 355"/>
                      <a:gd name="T21" fmla="*/ 0 h 277"/>
                      <a:gd name="T22" fmla="*/ 0 w 355"/>
                      <a:gd name="T23" fmla="*/ 0 h 277"/>
                      <a:gd name="T24" fmla="*/ 0 w 355"/>
                      <a:gd name="T25" fmla="*/ 0 h 277"/>
                      <a:gd name="T26" fmla="*/ 0 w 355"/>
                      <a:gd name="T27" fmla="*/ 0 h 277"/>
                      <a:gd name="T28" fmla="*/ 0 w 355"/>
                      <a:gd name="T29" fmla="*/ 0 h 277"/>
                      <a:gd name="T30" fmla="*/ 0 w 355"/>
                      <a:gd name="T31" fmla="*/ 0 h 277"/>
                      <a:gd name="T32" fmla="*/ 0 w 355"/>
                      <a:gd name="T33" fmla="*/ 0 h 277"/>
                      <a:gd name="T34" fmla="*/ 0 w 355"/>
                      <a:gd name="T35" fmla="*/ 0 h 277"/>
                      <a:gd name="T36" fmla="*/ 0 w 355"/>
                      <a:gd name="T37" fmla="*/ 0 h 277"/>
                      <a:gd name="T38" fmla="*/ 0 w 355"/>
                      <a:gd name="T39" fmla="*/ 0 h 277"/>
                      <a:gd name="T40" fmla="*/ 0 w 355"/>
                      <a:gd name="T41" fmla="*/ 0 h 277"/>
                      <a:gd name="T42" fmla="*/ 0 w 355"/>
                      <a:gd name="T43" fmla="*/ 0 h 277"/>
                      <a:gd name="T44" fmla="*/ 0 w 355"/>
                      <a:gd name="T45" fmla="*/ 0 h 277"/>
                      <a:gd name="T46" fmla="*/ 0 w 355"/>
                      <a:gd name="T47" fmla="*/ 0 h 277"/>
                      <a:gd name="T48" fmla="*/ 0 w 355"/>
                      <a:gd name="T49" fmla="*/ 0 h 277"/>
                      <a:gd name="T50" fmla="*/ 0 w 355"/>
                      <a:gd name="T51" fmla="*/ 0 h 277"/>
                      <a:gd name="T52" fmla="*/ 0 w 355"/>
                      <a:gd name="T53" fmla="*/ 0 h 277"/>
                      <a:gd name="T54" fmla="*/ 0 w 355"/>
                      <a:gd name="T55" fmla="*/ 0 h 277"/>
                      <a:gd name="T56" fmla="*/ 0 w 355"/>
                      <a:gd name="T57" fmla="*/ 0 h 277"/>
                      <a:gd name="T58" fmla="*/ 0 w 355"/>
                      <a:gd name="T59" fmla="*/ 0 h 277"/>
                      <a:gd name="T60" fmla="*/ 0 w 355"/>
                      <a:gd name="T61" fmla="*/ 0 h 277"/>
                      <a:gd name="T62" fmla="*/ 0 w 355"/>
                      <a:gd name="T63" fmla="*/ 0 h 277"/>
                      <a:gd name="T64" fmla="*/ 0 w 355"/>
                      <a:gd name="T65" fmla="*/ 0 h 277"/>
                      <a:gd name="T66" fmla="*/ 0 w 355"/>
                      <a:gd name="T67" fmla="*/ 0 h 277"/>
                      <a:gd name="T68" fmla="*/ 0 w 355"/>
                      <a:gd name="T69" fmla="*/ 0 h 277"/>
                      <a:gd name="T70" fmla="*/ 0 w 355"/>
                      <a:gd name="T71" fmla="*/ 0 h 277"/>
                      <a:gd name="T72" fmla="*/ 0 w 355"/>
                      <a:gd name="T73" fmla="*/ 0 h 277"/>
                      <a:gd name="T74" fmla="*/ 0 w 355"/>
                      <a:gd name="T75" fmla="*/ 0 h 277"/>
                      <a:gd name="T76" fmla="*/ 0 w 355"/>
                      <a:gd name="T77" fmla="*/ 0 h 277"/>
                      <a:gd name="T78" fmla="*/ 0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5" name="Freeform 19"/>
                  <p:cNvSpPr>
                    <a:spLocks/>
                  </p:cNvSpPr>
                  <p:nvPr/>
                </p:nvSpPr>
                <p:spPr bwMode="ltGray">
                  <a:xfrm>
                    <a:off x="1827" y="541"/>
                    <a:ext cx="67" cy="68"/>
                  </a:xfrm>
                  <a:custGeom>
                    <a:avLst/>
                    <a:gdLst>
                      <a:gd name="T0" fmla="*/ 0 w 156"/>
                      <a:gd name="T1" fmla="*/ 0 h 206"/>
                      <a:gd name="T2" fmla="*/ 0 w 156"/>
                      <a:gd name="T3" fmla="*/ 0 h 206"/>
                      <a:gd name="T4" fmla="*/ 0 w 156"/>
                      <a:gd name="T5" fmla="*/ 0 h 206"/>
                      <a:gd name="T6" fmla="*/ 0 w 156"/>
                      <a:gd name="T7" fmla="*/ 0 h 206"/>
                      <a:gd name="T8" fmla="*/ 0 w 156"/>
                      <a:gd name="T9" fmla="*/ 0 h 206"/>
                      <a:gd name="T10" fmla="*/ 0 w 156"/>
                      <a:gd name="T11" fmla="*/ 0 h 206"/>
                      <a:gd name="T12" fmla="*/ 0 w 156"/>
                      <a:gd name="T13" fmla="*/ 0 h 206"/>
                      <a:gd name="T14" fmla="*/ 0 w 156"/>
                      <a:gd name="T15" fmla="*/ 0 h 206"/>
                      <a:gd name="T16" fmla="*/ 0 w 156"/>
                      <a:gd name="T17" fmla="*/ 0 h 206"/>
                      <a:gd name="T18" fmla="*/ 0 w 156"/>
                      <a:gd name="T19" fmla="*/ 0 h 206"/>
                      <a:gd name="T20" fmla="*/ 0 w 156"/>
                      <a:gd name="T21" fmla="*/ 0 h 206"/>
                      <a:gd name="T22" fmla="*/ 0 w 156"/>
                      <a:gd name="T23" fmla="*/ 0 h 206"/>
                      <a:gd name="T24" fmla="*/ 0 w 156"/>
                      <a:gd name="T25" fmla="*/ 0 h 206"/>
                      <a:gd name="T26" fmla="*/ 0 w 156"/>
                      <a:gd name="T27" fmla="*/ 0 h 206"/>
                      <a:gd name="T28" fmla="*/ 0 w 156"/>
                      <a:gd name="T29" fmla="*/ 0 h 206"/>
                      <a:gd name="T30" fmla="*/ 0 w 156"/>
                      <a:gd name="T31" fmla="*/ 0 h 206"/>
                      <a:gd name="T32" fmla="*/ 0 w 156"/>
                      <a:gd name="T33" fmla="*/ 0 h 206"/>
                      <a:gd name="T34" fmla="*/ 0 w 156"/>
                      <a:gd name="T35" fmla="*/ 0 h 206"/>
                      <a:gd name="T36" fmla="*/ 0 w 156"/>
                      <a:gd name="T37" fmla="*/ 0 h 206"/>
                      <a:gd name="T38" fmla="*/ 0 w 156"/>
                      <a:gd name="T39" fmla="*/ 0 h 206"/>
                      <a:gd name="T40" fmla="*/ 0 w 156"/>
                      <a:gd name="T41" fmla="*/ 0 h 206"/>
                      <a:gd name="T42" fmla="*/ 0 w 156"/>
                      <a:gd name="T43" fmla="*/ 0 h 206"/>
                      <a:gd name="T44" fmla="*/ 0 w 156"/>
                      <a:gd name="T45" fmla="*/ 0 h 206"/>
                      <a:gd name="T46" fmla="*/ 0 w 156"/>
                      <a:gd name="T47" fmla="*/ 0 h 206"/>
                      <a:gd name="T48" fmla="*/ 0 w 156"/>
                      <a:gd name="T49" fmla="*/ 0 h 206"/>
                      <a:gd name="T50" fmla="*/ 0 w 156"/>
                      <a:gd name="T51" fmla="*/ 0 h 206"/>
                      <a:gd name="T52" fmla="*/ 0 w 156"/>
                      <a:gd name="T53" fmla="*/ 0 h 206"/>
                      <a:gd name="T54" fmla="*/ 0 w 156"/>
                      <a:gd name="T55" fmla="*/ 0 h 206"/>
                      <a:gd name="T56" fmla="*/ 0 w 156"/>
                      <a:gd name="T57" fmla="*/ 0 h 206"/>
                      <a:gd name="T58" fmla="*/ 0 w 156"/>
                      <a:gd name="T59" fmla="*/ 0 h 206"/>
                      <a:gd name="T60" fmla="*/ 0 w 156"/>
                      <a:gd name="T61" fmla="*/ 0 h 206"/>
                      <a:gd name="T62" fmla="*/ 0 w 156"/>
                      <a:gd name="T63" fmla="*/ 0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6" name="Freeform 20"/>
                  <p:cNvSpPr>
                    <a:spLocks/>
                  </p:cNvSpPr>
                  <p:nvPr/>
                </p:nvSpPr>
                <p:spPr bwMode="ltGray">
                  <a:xfrm>
                    <a:off x="1892" y="572"/>
                    <a:ext cx="47" cy="13"/>
                  </a:xfrm>
                  <a:custGeom>
                    <a:avLst/>
                    <a:gdLst>
                      <a:gd name="T0" fmla="*/ 0 w 109"/>
                      <a:gd name="T1" fmla="*/ 0 h 38"/>
                      <a:gd name="T2" fmla="*/ 0 w 109"/>
                      <a:gd name="T3" fmla="*/ 0 h 38"/>
                      <a:gd name="T4" fmla="*/ 0 w 109"/>
                      <a:gd name="T5" fmla="*/ 0 h 38"/>
                      <a:gd name="T6" fmla="*/ 0 w 109"/>
                      <a:gd name="T7" fmla="*/ 0 h 38"/>
                      <a:gd name="T8" fmla="*/ 0 w 109"/>
                      <a:gd name="T9" fmla="*/ 0 h 38"/>
                      <a:gd name="T10" fmla="*/ 0 w 109"/>
                      <a:gd name="T11" fmla="*/ 0 h 38"/>
                      <a:gd name="T12" fmla="*/ 0 w 109"/>
                      <a:gd name="T13" fmla="*/ 0 h 38"/>
                      <a:gd name="T14" fmla="*/ 0 w 109"/>
                      <a:gd name="T15" fmla="*/ 0 h 38"/>
                      <a:gd name="T16" fmla="*/ 0 w 109"/>
                      <a:gd name="T17" fmla="*/ 0 h 38"/>
                      <a:gd name="T18" fmla="*/ 0 w 109"/>
                      <a:gd name="T19" fmla="*/ 0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7" name="Freeform 21"/>
                  <p:cNvSpPr>
                    <a:spLocks/>
                  </p:cNvSpPr>
                  <p:nvPr/>
                </p:nvSpPr>
                <p:spPr bwMode="ltGray">
                  <a:xfrm>
                    <a:off x="1890" y="588"/>
                    <a:ext cx="32" cy="34"/>
                  </a:xfrm>
                  <a:custGeom>
                    <a:avLst/>
                    <a:gdLst>
                      <a:gd name="T0" fmla="*/ 0 w 76"/>
                      <a:gd name="T1" fmla="*/ 0 h 104"/>
                      <a:gd name="T2" fmla="*/ 0 w 76"/>
                      <a:gd name="T3" fmla="*/ 0 h 104"/>
                      <a:gd name="T4" fmla="*/ 0 w 76"/>
                      <a:gd name="T5" fmla="*/ 0 h 104"/>
                      <a:gd name="T6" fmla="*/ 0 w 76"/>
                      <a:gd name="T7" fmla="*/ 0 h 104"/>
                      <a:gd name="T8" fmla="*/ 0 w 76"/>
                      <a:gd name="T9" fmla="*/ 0 h 104"/>
                      <a:gd name="T10" fmla="*/ 0 w 76"/>
                      <a:gd name="T11" fmla="*/ 0 h 104"/>
                      <a:gd name="T12" fmla="*/ 0 w 76"/>
                      <a:gd name="T13" fmla="*/ 0 h 104"/>
                      <a:gd name="T14" fmla="*/ 0 w 76"/>
                      <a:gd name="T15" fmla="*/ 0 h 104"/>
                      <a:gd name="T16" fmla="*/ 0 w 76"/>
                      <a:gd name="T17" fmla="*/ 0 h 104"/>
                      <a:gd name="T18" fmla="*/ 0 w 76"/>
                      <a:gd name="T19" fmla="*/ 0 h 104"/>
                      <a:gd name="T20" fmla="*/ 0 w 76"/>
                      <a:gd name="T21" fmla="*/ 0 h 104"/>
                      <a:gd name="T22" fmla="*/ 0 w 76"/>
                      <a:gd name="T23" fmla="*/ 0 h 104"/>
                      <a:gd name="T24" fmla="*/ 0 w 76"/>
                      <a:gd name="T25" fmla="*/ 0 h 104"/>
                      <a:gd name="T26" fmla="*/ 0 w 76"/>
                      <a:gd name="T27" fmla="*/ 0 h 104"/>
                      <a:gd name="T28" fmla="*/ 0 w 76"/>
                      <a:gd name="T29" fmla="*/ 0 h 104"/>
                      <a:gd name="T30" fmla="*/ 0 w 76"/>
                      <a:gd name="T31" fmla="*/ 0 h 104"/>
                      <a:gd name="T32" fmla="*/ 0 w 76"/>
                      <a:gd name="T33" fmla="*/ 0 h 104"/>
                      <a:gd name="T34" fmla="*/ 0 w 76"/>
                      <a:gd name="T35" fmla="*/ 0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8" name="Freeform 22"/>
                  <p:cNvSpPr>
                    <a:spLocks/>
                  </p:cNvSpPr>
                  <p:nvPr/>
                </p:nvSpPr>
                <p:spPr bwMode="ltGray">
                  <a:xfrm>
                    <a:off x="1944" y="569"/>
                    <a:ext cx="16" cy="20"/>
                  </a:xfrm>
                  <a:custGeom>
                    <a:avLst/>
                    <a:gdLst>
                      <a:gd name="T0" fmla="*/ 0 w 37"/>
                      <a:gd name="T1" fmla="*/ 0 h 61"/>
                      <a:gd name="T2" fmla="*/ 0 w 37"/>
                      <a:gd name="T3" fmla="*/ 0 h 61"/>
                      <a:gd name="T4" fmla="*/ 0 w 37"/>
                      <a:gd name="T5" fmla="*/ 0 h 61"/>
                      <a:gd name="T6" fmla="*/ 0 w 37"/>
                      <a:gd name="T7" fmla="*/ 0 h 61"/>
                      <a:gd name="T8" fmla="*/ 0 w 37"/>
                      <a:gd name="T9" fmla="*/ 0 h 61"/>
                      <a:gd name="T10" fmla="*/ 0 w 37"/>
                      <a:gd name="T11" fmla="*/ 0 h 61"/>
                      <a:gd name="T12" fmla="*/ 0 w 37"/>
                      <a:gd name="T13" fmla="*/ 0 h 61"/>
                      <a:gd name="T14" fmla="*/ 0 w 37"/>
                      <a:gd name="T15" fmla="*/ 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9" name="Freeform 23"/>
                  <p:cNvSpPr>
                    <a:spLocks/>
                  </p:cNvSpPr>
                  <p:nvPr/>
                </p:nvSpPr>
                <p:spPr bwMode="ltGray">
                  <a:xfrm>
                    <a:off x="1948" y="600"/>
                    <a:ext cx="20" cy="10"/>
                  </a:xfrm>
                  <a:custGeom>
                    <a:avLst/>
                    <a:gdLst>
                      <a:gd name="T0" fmla="*/ 0 w 49"/>
                      <a:gd name="T1" fmla="*/ 0 h 29"/>
                      <a:gd name="T2" fmla="*/ 0 w 49"/>
                      <a:gd name="T3" fmla="*/ 0 h 29"/>
                      <a:gd name="T4" fmla="*/ 0 w 49"/>
                      <a:gd name="T5" fmla="*/ 0 h 29"/>
                      <a:gd name="T6" fmla="*/ 0 w 49"/>
                      <a:gd name="T7" fmla="*/ 0 h 29"/>
                      <a:gd name="T8" fmla="*/ 0 w 49"/>
                      <a:gd name="T9" fmla="*/ 0 h 29"/>
                      <a:gd name="T10" fmla="*/ 0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0" name="Freeform 24"/>
                  <p:cNvSpPr>
                    <a:spLocks/>
                  </p:cNvSpPr>
                  <p:nvPr/>
                </p:nvSpPr>
                <p:spPr bwMode="ltGray">
                  <a:xfrm>
                    <a:off x="1969" y="585"/>
                    <a:ext cx="26" cy="17"/>
                  </a:xfrm>
                  <a:custGeom>
                    <a:avLst/>
                    <a:gdLst>
                      <a:gd name="T0" fmla="*/ 0 w 61"/>
                      <a:gd name="T1" fmla="*/ 0 h 48"/>
                      <a:gd name="T2" fmla="*/ 0 w 61"/>
                      <a:gd name="T3" fmla="*/ 0 h 48"/>
                      <a:gd name="T4" fmla="*/ 0 w 61"/>
                      <a:gd name="T5" fmla="*/ 0 h 48"/>
                      <a:gd name="T6" fmla="*/ 0 w 61"/>
                      <a:gd name="T7" fmla="*/ 0 h 48"/>
                      <a:gd name="T8" fmla="*/ 0 w 61"/>
                      <a:gd name="T9" fmla="*/ 0 h 48"/>
                      <a:gd name="T10" fmla="*/ 0 w 61"/>
                      <a:gd name="T11" fmla="*/ 0 h 48"/>
                      <a:gd name="T12" fmla="*/ 0 w 61"/>
                      <a:gd name="T13" fmla="*/ 0 h 48"/>
                      <a:gd name="T14" fmla="*/ 0 w 61"/>
                      <a:gd name="T15" fmla="*/ 0 h 48"/>
                      <a:gd name="T16" fmla="*/ 0 w 61"/>
                      <a:gd name="T17" fmla="*/ 0 h 48"/>
                      <a:gd name="T18" fmla="*/ 0 w 61"/>
                      <a:gd name="T19" fmla="*/ 0 h 48"/>
                      <a:gd name="T20" fmla="*/ 0 w 6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1" name="Freeform 25"/>
                  <p:cNvSpPr>
                    <a:spLocks/>
                  </p:cNvSpPr>
                  <p:nvPr/>
                </p:nvSpPr>
                <p:spPr bwMode="ltGray">
                  <a:xfrm>
                    <a:off x="1976" y="593"/>
                    <a:ext cx="122" cy="61"/>
                  </a:xfrm>
                  <a:custGeom>
                    <a:avLst/>
                    <a:gdLst>
                      <a:gd name="T0" fmla="*/ 0 w 286"/>
                      <a:gd name="T1" fmla="*/ 0 h 182"/>
                      <a:gd name="T2" fmla="*/ 0 w 286"/>
                      <a:gd name="T3" fmla="*/ 0 h 182"/>
                      <a:gd name="T4" fmla="*/ 0 w 286"/>
                      <a:gd name="T5" fmla="*/ 0 h 182"/>
                      <a:gd name="T6" fmla="*/ 0 w 286"/>
                      <a:gd name="T7" fmla="*/ 0 h 182"/>
                      <a:gd name="T8" fmla="*/ 0 w 286"/>
                      <a:gd name="T9" fmla="*/ 0 h 182"/>
                      <a:gd name="T10" fmla="*/ 0 w 286"/>
                      <a:gd name="T11" fmla="*/ 0 h 182"/>
                      <a:gd name="T12" fmla="*/ 0 w 286"/>
                      <a:gd name="T13" fmla="*/ 0 h 182"/>
                      <a:gd name="T14" fmla="*/ 0 w 286"/>
                      <a:gd name="T15" fmla="*/ 0 h 182"/>
                      <a:gd name="T16" fmla="*/ 0 w 286"/>
                      <a:gd name="T17" fmla="*/ 0 h 182"/>
                      <a:gd name="T18" fmla="*/ 0 w 286"/>
                      <a:gd name="T19" fmla="*/ 0 h 182"/>
                      <a:gd name="T20" fmla="*/ 0 w 286"/>
                      <a:gd name="T21" fmla="*/ 0 h 182"/>
                      <a:gd name="T22" fmla="*/ 0 w 286"/>
                      <a:gd name="T23" fmla="*/ 0 h 182"/>
                      <a:gd name="T24" fmla="*/ 0 w 286"/>
                      <a:gd name="T25" fmla="*/ 0 h 182"/>
                      <a:gd name="T26" fmla="*/ 0 w 286"/>
                      <a:gd name="T27" fmla="*/ 0 h 182"/>
                      <a:gd name="T28" fmla="*/ 0 w 286"/>
                      <a:gd name="T29" fmla="*/ 0 h 182"/>
                      <a:gd name="T30" fmla="*/ 0 w 286"/>
                      <a:gd name="T31" fmla="*/ 0 h 182"/>
                      <a:gd name="T32" fmla="*/ 0 w 286"/>
                      <a:gd name="T33" fmla="*/ 0 h 182"/>
                      <a:gd name="T34" fmla="*/ 0 w 286"/>
                      <a:gd name="T35" fmla="*/ 0 h 182"/>
                      <a:gd name="T36" fmla="*/ 0 w 286"/>
                      <a:gd name="T37" fmla="*/ 0 h 182"/>
                      <a:gd name="T38" fmla="*/ 0 w 286"/>
                      <a:gd name="T39" fmla="*/ 0 h 182"/>
                      <a:gd name="T40" fmla="*/ 0 w 286"/>
                      <a:gd name="T41" fmla="*/ 0 h 182"/>
                      <a:gd name="T42" fmla="*/ 0 w 286"/>
                      <a:gd name="T43" fmla="*/ 0 h 182"/>
                      <a:gd name="T44" fmla="*/ 0 w 286"/>
                      <a:gd name="T45" fmla="*/ 0 h 182"/>
                      <a:gd name="T46" fmla="*/ 0 w 286"/>
                      <a:gd name="T47" fmla="*/ 0 h 182"/>
                      <a:gd name="T48" fmla="*/ 0 w 286"/>
                      <a:gd name="T49" fmla="*/ 0 h 182"/>
                      <a:gd name="T50" fmla="*/ 0 w 286"/>
                      <a:gd name="T51" fmla="*/ 0 h 182"/>
                      <a:gd name="T52" fmla="*/ 0 w 286"/>
                      <a:gd name="T53" fmla="*/ 0 h 182"/>
                      <a:gd name="T54" fmla="*/ 0 w 286"/>
                      <a:gd name="T55" fmla="*/ 0 h 182"/>
                      <a:gd name="T56" fmla="*/ 0 w 286"/>
                      <a:gd name="T57" fmla="*/ 0 h 182"/>
                      <a:gd name="T58" fmla="*/ 0 w 286"/>
                      <a:gd name="T59" fmla="*/ 0 h 182"/>
                      <a:gd name="T60" fmla="*/ 0 w 286"/>
                      <a:gd name="T61" fmla="*/ 0 h 182"/>
                      <a:gd name="T62" fmla="*/ 0 w 286"/>
                      <a:gd name="T63" fmla="*/ 0 h 182"/>
                      <a:gd name="T64" fmla="*/ 0 w 286"/>
                      <a:gd name="T65" fmla="*/ 0 h 182"/>
                      <a:gd name="T66" fmla="*/ 0 w 286"/>
                      <a:gd name="T67" fmla="*/ 0 h 182"/>
                      <a:gd name="T68" fmla="*/ 0 w 286"/>
                      <a:gd name="T69" fmla="*/ 0 h 182"/>
                      <a:gd name="T70" fmla="*/ 0 w 286"/>
                      <a:gd name="T71" fmla="*/ 0 h 182"/>
                      <a:gd name="T72" fmla="*/ 0 w 286"/>
                      <a:gd name="T73" fmla="*/ 0 h 182"/>
                      <a:gd name="T74" fmla="*/ 0 w 286"/>
                      <a:gd name="T75" fmla="*/ 0 h 182"/>
                      <a:gd name="T76" fmla="*/ 0 w 286"/>
                      <a:gd name="T77" fmla="*/ 0 h 182"/>
                      <a:gd name="T78" fmla="*/ 0 w 286"/>
                      <a:gd name="T79" fmla="*/ 0 h 182"/>
                      <a:gd name="T80" fmla="*/ 0 w 286"/>
                      <a:gd name="T81" fmla="*/ 0 h 182"/>
                      <a:gd name="T82" fmla="*/ 0 w 286"/>
                      <a:gd name="T83" fmla="*/ 0 h 182"/>
                      <a:gd name="T84" fmla="*/ 0 w 286"/>
                      <a:gd name="T85" fmla="*/ 0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2" name="Freeform 26"/>
                  <p:cNvSpPr>
                    <a:spLocks/>
                  </p:cNvSpPr>
                  <p:nvPr/>
                </p:nvSpPr>
                <p:spPr bwMode="ltGray">
                  <a:xfrm>
                    <a:off x="2082" y="599"/>
                    <a:ext cx="33"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3" name="Freeform 27"/>
                  <p:cNvSpPr>
                    <a:spLocks/>
                  </p:cNvSpPr>
                  <p:nvPr/>
                </p:nvSpPr>
                <p:spPr bwMode="ltGray">
                  <a:xfrm>
                    <a:off x="2152" y="544"/>
                    <a:ext cx="8" cy="6"/>
                  </a:xfrm>
                  <a:custGeom>
                    <a:avLst/>
                    <a:gdLst>
                      <a:gd name="T0" fmla="*/ 0 w 17"/>
                      <a:gd name="T1" fmla="*/ 0 h 18"/>
                      <a:gd name="T2" fmla="*/ 0 w 17"/>
                      <a:gd name="T3" fmla="*/ 0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4" name="Freeform 28"/>
                  <p:cNvSpPr>
                    <a:spLocks/>
                  </p:cNvSpPr>
                  <p:nvPr/>
                </p:nvSpPr>
                <p:spPr bwMode="ltGray">
                  <a:xfrm>
                    <a:off x="2194" y="584"/>
                    <a:ext cx="11" cy="8"/>
                  </a:xfrm>
                  <a:custGeom>
                    <a:avLst/>
                    <a:gdLst>
                      <a:gd name="T0" fmla="*/ 0 w 26"/>
                      <a:gd name="T1" fmla="*/ 0 h 22"/>
                      <a:gd name="T2" fmla="*/ 0 w 26"/>
                      <a:gd name="T3" fmla="*/ 0 h 22"/>
                      <a:gd name="T4" fmla="*/ 0 w 26"/>
                      <a:gd name="T5" fmla="*/ 0 h 22"/>
                      <a:gd name="T6" fmla="*/ 0 w 26"/>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5" name="Freeform 29"/>
                  <p:cNvSpPr>
                    <a:spLocks/>
                  </p:cNvSpPr>
                  <p:nvPr/>
                </p:nvSpPr>
                <p:spPr bwMode="ltGray">
                  <a:xfrm>
                    <a:off x="2059" y="494"/>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6" name="Freeform 30"/>
                  <p:cNvSpPr>
                    <a:spLocks/>
                  </p:cNvSpPr>
                  <p:nvPr/>
                </p:nvSpPr>
                <p:spPr bwMode="ltGray">
                  <a:xfrm>
                    <a:off x="1988" y="536"/>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7" name="Freeform 31"/>
                  <p:cNvSpPr>
                    <a:spLocks/>
                  </p:cNvSpPr>
                  <p:nvPr/>
                </p:nvSpPr>
                <p:spPr bwMode="ltGray">
                  <a:xfrm>
                    <a:off x="1910" y="523"/>
                    <a:ext cx="34" cy="27"/>
                  </a:xfrm>
                  <a:custGeom>
                    <a:avLst/>
                    <a:gdLst>
                      <a:gd name="T0" fmla="*/ 0 w 80"/>
                      <a:gd name="T1" fmla="*/ 0 h 80"/>
                      <a:gd name="T2" fmla="*/ 0 w 80"/>
                      <a:gd name="T3" fmla="*/ 0 h 80"/>
                      <a:gd name="T4" fmla="*/ 0 w 80"/>
                      <a:gd name="T5" fmla="*/ 0 h 80"/>
                      <a:gd name="T6" fmla="*/ 0 w 80"/>
                      <a:gd name="T7" fmla="*/ 0 h 80"/>
                      <a:gd name="T8" fmla="*/ 0 w 80"/>
                      <a:gd name="T9" fmla="*/ 0 h 80"/>
                      <a:gd name="T10" fmla="*/ 0 w 80"/>
                      <a:gd name="T11" fmla="*/ 0 h 80"/>
                      <a:gd name="T12" fmla="*/ 0 w 80"/>
                      <a:gd name="T13" fmla="*/ 0 h 80"/>
                      <a:gd name="T14" fmla="*/ 0 w 80"/>
                      <a:gd name="T15" fmla="*/ 0 h 80"/>
                      <a:gd name="T16" fmla="*/ 0 w 80"/>
                      <a:gd name="T17" fmla="*/ 0 h 80"/>
                      <a:gd name="T18" fmla="*/ 0 w 80"/>
                      <a:gd name="T19" fmla="*/ 0 h 80"/>
                      <a:gd name="T20" fmla="*/ 0 w 80"/>
                      <a:gd name="T21" fmla="*/ 0 h 80"/>
                      <a:gd name="T22" fmla="*/ 0 w 80"/>
                      <a:gd name="T23" fmla="*/ 0 h 80"/>
                      <a:gd name="T24" fmla="*/ 0 w 80"/>
                      <a:gd name="T25" fmla="*/ 0 h 80"/>
                      <a:gd name="T26" fmla="*/ 0 w 80"/>
                      <a:gd name="T27" fmla="*/ 0 h 80"/>
                      <a:gd name="T28" fmla="*/ 0 w 80"/>
                      <a:gd name="T29" fmla="*/ 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8" name="Freeform 32"/>
                  <p:cNvSpPr>
                    <a:spLocks/>
                  </p:cNvSpPr>
                  <p:nvPr/>
                </p:nvSpPr>
                <p:spPr bwMode="ltGray">
                  <a:xfrm>
                    <a:off x="1899" y="466"/>
                    <a:ext cx="40" cy="58"/>
                  </a:xfrm>
                  <a:custGeom>
                    <a:avLst/>
                    <a:gdLst>
                      <a:gd name="T0" fmla="*/ 0 w 94"/>
                      <a:gd name="T1" fmla="*/ 0 h 174"/>
                      <a:gd name="T2" fmla="*/ 0 w 94"/>
                      <a:gd name="T3" fmla="*/ 0 h 174"/>
                      <a:gd name="T4" fmla="*/ 0 w 94"/>
                      <a:gd name="T5" fmla="*/ 0 h 174"/>
                      <a:gd name="T6" fmla="*/ 0 w 94"/>
                      <a:gd name="T7" fmla="*/ 0 h 174"/>
                      <a:gd name="T8" fmla="*/ 0 w 94"/>
                      <a:gd name="T9" fmla="*/ 0 h 174"/>
                      <a:gd name="T10" fmla="*/ 0 w 94"/>
                      <a:gd name="T11" fmla="*/ 0 h 174"/>
                      <a:gd name="T12" fmla="*/ 0 w 94"/>
                      <a:gd name="T13" fmla="*/ 0 h 174"/>
                      <a:gd name="T14" fmla="*/ 0 w 94"/>
                      <a:gd name="T15" fmla="*/ 0 h 174"/>
                      <a:gd name="T16" fmla="*/ 0 w 94"/>
                      <a:gd name="T17" fmla="*/ 0 h 174"/>
                      <a:gd name="T18" fmla="*/ 0 w 94"/>
                      <a:gd name="T19" fmla="*/ 0 h 174"/>
                      <a:gd name="T20" fmla="*/ 0 w 94"/>
                      <a:gd name="T21" fmla="*/ 0 h 174"/>
                      <a:gd name="T22" fmla="*/ 0 w 94"/>
                      <a:gd name="T23" fmla="*/ 0 h 174"/>
                      <a:gd name="T24" fmla="*/ 0 w 94"/>
                      <a:gd name="T25" fmla="*/ 0 h 174"/>
                      <a:gd name="T26" fmla="*/ 0 w 94"/>
                      <a:gd name="T27" fmla="*/ 0 h 174"/>
                      <a:gd name="T28" fmla="*/ 0 w 94"/>
                      <a:gd name="T29" fmla="*/ 0 h 174"/>
                      <a:gd name="T30" fmla="*/ 0 w 94"/>
                      <a:gd name="T31" fmla="*/ 0 h 174"/>
                      <a:gd name="T32" fmla="*/ 0 w 94"/>
                      <a:gd name="T33" fmla="*/ 0 h 174"/>
                      <a:gd name="T34" fmla="*/ 0 w 94"/>
                      <a:gd name="T35" fmla="*/ 0 h 174"/>
                      <a:gd name="T36" fmla="*/ 0 w 94"/>
                      <a:gd name="T37" fmla="*/ 0 h 174"/>
                      <a:gd name="T38" fmla="*/ 0 w 94"/>
                      <a:gd name="T39" fmla="*/ 0 h 174"/>
                      <a:gd name="T40" fmla="*/ 0 w 94"/>
                      <a:gd name="T41" fmla="*/ 0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9" name="Freeform 33"/>
                  <p:cNvSpPr>
                    <a:spLocks/>
                  </p:cNvSpPr>
                  <p:nvPr/>
                </p:nvSpPr>
                <p:spPr bwMode="ltGray">
                  <a:xfrm>
                    <a:off x="1909" y="508"/>
                    <a:ext cx="14" cy="17"/>
                  </a:xfrm>
                  <a:custGeom>
                    <a:avLst/>
                    <a:gdLst>
                      <a:gd name="T0" fmla="*/ 0 w 32"/>
                      <a:gd name="T1" fmla="*/ 0 h 50"/>
                      <a:gd name="T2" fmla="*/ 0 w 32"/>
                      <a:gd name="T3" fmla="*/ 0 h 50"/>
                      <a:gd name="T4" fmla="*/ 0 w 32"/>
                      <a:gd name="T5" fmla="*/ 0 h 50"/>
                      <a:gd name="T6" fmla="*/ 0 w 32"/>
                      <a:gd name="T7" fmla="*/ 0 h 50"/>
                      <a:gd name="T8" fmla="*/ 0 w 32"/>
                      <a:gd name="T9" fmla="*/ 0 h 50"/>
                      <a:gd name="T10" fmla="*/ 0 w 32"/>
                      <a:gd name="T11" fmla="*/ 0 h 50"/>
                      <a:gd name="T12" fmla="*/ 0 w 32"/>
                      <a:gd name="T13" fmla="*/ 0 h 50"/>
                      <a:gd name="T14" fmla="*/ 0 w 32"/>
                      <a:gd name="T15" fmla="*/ 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0" name="Freeform 34"/>
                  <p:cNvSpPr>
                    <a:spLocks/>
                  </p:cNvSpPr>
                  <p:nvPr/>
                </p:nvSpPr>
                <p:spPr bwMode="ltGray">
                  <a:xfrm>
                    <a:off x="1881" y="512"/>
                    <a:ext cx="19" cy="17"/>
                  </a:xfrm>
                  <a:custGeom>
                    <a:avLst/>
                    <a:gdLst>
                      <a:gd name="T0" fmla="*/ 0 w 43"/>
                      <a:gd name="T1" fmla="*/ 0 h 50"/>
                      <a:gd name="T2" fmla="*/ 0 w 43"/>
                      <a:gd name="T3" fmla="*/ 0 h 50"/>
                      <a:gd name="T4" fmla="*/ 0 w 43"/>
                      <a:gd name="T5" fmla="*/ 0 h 50"/>
                      <a:gd name="T6" fmla="*/ 0 w 43"/>
                      <a:gd name="T7" fmla="*/ 0 h 50"/>
                      <a:gd name="T8" fmla="*/ 0 w 43"/>
                      <a:gd name="T9" fmla="*/ 0 h 50"/>
                      <a:gd name="T10" fmla="*/ 0 w 43"/>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1" name="Freeform 35"/>
                  <p:cNvSpPr>
                    <a:spLocks/>
                  </p:cNvSpPr>
                  <p:nvPr/>
                </p:nvSpPr>
                <p:spPr bwMode="ltGray">
                  <a:xfrm>
                    <a:off x="2930" y="489"/>
                    <a:ext cx="299" cy="179"/>
                  </a:xfrm>
                  <a:custGeom>
                    <a:avLst/>
                    <a:gdLst>
                      <a:gd name="T0" fmla="*/ 1 w 471"/>
                      <a:gd name="T1" fmla="*/ 1 h 281"/>
                      <a:gd name="T2" fmla="*/ 1 w 471"/>
                      <a:gd name="T3" fmla="*/ 1 h 281"/>
                      <a:gd name="T4" fmla="*/ 1 w 471"/>
                      <a:gd name="T5" fmla="*/ 1 h 281"/>
                      <a:gd name="T6" fmla="*/ 1 w 471"/>
                      <a:gd name="T7" fmla="*/ 1 h 281"/>
                      <a:gd name="T8" fmla="*/ 1 w 471"/>
                      <a:gd name="T9" fmla="*/ 1 h 281"/>
                      <a:gd name="T10" fmla="*/ 0 w 471"/>
                      <a:gd name="T11" fmla="*/ 1 h 281"/>
                      <a:gd name="T12" fmla="*/ 1 w 471"/>
                      <a:gd name="T13" fmla="*/ 1 h 281"/>
                      <a:gd name="T14" fmla="*/ 1 w 471"/>
                      <a:gd name="T15" fmla="*/ 1 h 281"/>
                      <a:gd name="T16" fmla="*/ 1 w 471"/>
                      <a:gd name="T17" fmla="*/ 1 h 281"/>
                      <a:gd name="T18" fmla="*/ 1 w 471"/>
                      <a:gd name="T19" fmla="*/ 1 h 281"/>
                      <a:gd name="T20" fmla="*/ 1 w 471"/>
                      <a:gd name="T21" fmla="*/ 1 h 281"/>
                      <a:gd name="T22" fmla="*/ 1 w 471"/>
                      <a:gd name="T23" fmla="*/ 1 h 281"/>
                      <a:gd name="T24" fmla="*/ 1 w 471"/>
                      <a:gd name="T25" fmla="*/ 1 h 281"/>
                      <a:gd name="T26" fmla="*/ 1 w 471"/>
                      <a:gd name="T27" fmla="*/ 1 h 281"/>
                      <a:gd name="T28" fmla="*/ 1 w 471"/>
                      <a:gd name="T29" fmla="*/ 1 h 281"/>
                      <a:gd name="T30" fmla="*/ 1 w 471"/>
                      <a:gd name="T31" fmla="*/ 1 h 281"/>
                      <a:gd name="T32" fmla="*/ 1 w 471"/>
                      <a:gd name="T33" fmla="*/ 1 h 281"/>
                      <a:gd name="T34" fmla="*/ 1 w 471"/>
                      <a:gd name="T35" fmla="*/ 0 h 281"/>
                      <a:gd name="T36" fmla="*/ 1 w 471"/>
                      <a:gd name="T37" fmla="*/ 1 h 281"/>
                      <a:gd name="T38" fmla="*/ 1 w 471"/>
                      <a:gd name="T39" fmla="*/ 1 h 281"/>
                      <a:gd name="T40" fmla="*/ 1 w 471"/>
                      <a:gd name="T41" fmla="*/ 1 h 281"/>
                      <a:gd name="T42" fmla="*/ 1 w 471"/>
                      <a:gd name="T43" fmla="*/ 1 h 281"/>
                      <a:gd name="T44" fmla="*/ 1 w 471"/>
                      <a:gd name="T45" fmla="*/ 1 h 281"/>
                      <a:gd name="T46" fmla="*/ 1 w 471"/>
                      <a:gd name="T47" fmla="*/ 1 h 281"/>
                      <a:gd name="T48" fmla="*/ 1 w 471"/>
                      <a:gd name="T49" fmla="*/ 1 h 281"/>
                      <a:gd name="T50" fmla="*/ 1 w 471"/>
                      <a:gd name="T51" fmla="*/ 1 h 281"/>
                      <a:gd name="T52" fmla="*/ 1 w 471"/>
                      <a:gd name="T53" fmla="*/ 1 h 281"/>
                      <a:gd name="T54" fmla="*/ 1 w 471"/>
                      <a:gd name="T55" fmla="*/ 1 h 281"/>
                      <a:gd name="T56" fmla="*/ 1 w 471"/>
                      <a:gd name="T57" fmla="*/ 1 h 281"/>
                      <a:gd name="T58" fmla="*/ 1 w 471"/>
                      <a:gd name="T59" fmla="*/ 1 h 281"/>
                      <a:gd name="T60" fmla="*/ 1 w 471"/>
                      <a:gd name="T61" fmla="*/ 1 h 281"/>
                      <a:gd name="T62" fmla="*/ 1 w 471"/>
                      <a:gd name="T63" fmla="*/ 1 h 281"/>
                      <a:gd name="T64" fmla="*/ 1 w 471"/>
                      <a:gd name="T65" fmla="*/ 1 h 281"/>
                      <a:gd name="T66" fmla="*/ 1 w 471"/>
                      <a:gd name="T67" fmla="*/ 1 h 281"/>
                      <a:gd name="T68" fmla="*/ 1 w 471"/>
                      <a:gd name="T69" fmla="*/ 1 h 281"/>
                      <a:gd name="T70" fmla="*/ 1 w 471"/>
                      <a:gd name="T71" fmla="*/ 1 h 281"/>
                      <a:gd name="T72" fmla="*/ 1 w 471"/>
                      <a:gd name="T73" fmla="*/ 1 h 281"/>
                      <a:gd name="T74" fmla="*/ 1 w 471"/>
                      <a:gd name="T75" fmla="*/ 1 h 281"/>
                      <a:gd name="T76" fmla="*/ 1 w 471"/>
                      <a:gd name="T77" fmla="*/ 1 h 281"/>
                      <a:gd name="T78" fmla="*/ 1 w 471"/>
                      <a:gd name="T79" fmla="*/ 1 h 281"/>
                      <a:gd name="T80" fmla="*/ 1 w 471"/>
                      <a:gd name="T81" fmla="*/ 1 h 281"/>
                      <a:gd name="T82" fmla="*/ 1 w 471"/>
                      <a:gd name="T83" fmla="*/ 1 h 281"/>
                      <a:gd name="T84" fmla="*/ 1 w 471"/>
                      <a:gd name="T85" fmla="*/ 1 h 281"/>
                      <a:gd name="T86" fmla="*/ 1 w 471"/>
                      <a:gd name="T87" fmla="*/ 1 h 281"/>
                      <a:gd name="T88" fmla="*/ 1 w 471"/>
                      <a:gd name="T89" fmla="*/ 1 h 281"/>
                      <a:gd name="T90" fmla="*/ 1 w 471"/>
                      <a:gd name="T91" fmla="*/ 1 h 281"/>
                      <a:gd name="T92" fmla="*/ 1 w 471"/>
                      <a:gd name="T93" fmla="*/ 1 h 281"/>
                      <a:gd name="T94" fmla="*/ 1 w 471"/>
                      <a:gd name="T95" fmla="*/ 1 h 281"/>
                      <a:gd name="T96" fmla="*/ 1 w 471"/>
                      <a:gd name="T97" fmla="*/ 1 h 281"/>
                      <a:gd name="T98" fmla="*/ 1 w 471"/>
                      <a:gd name="T99" fmla="*/ 1 h 281"/>
                      <a:gd name="T100" fmla="*/ 1 w 471"/>
                      <a:gd name="T101" fmla="*/ 1 h 281"/>
                      <a:gd name="T102" fmla="*/ 1 w 471"/>
                      <a:gd name="T103" fmla="*/ 1 h 281"/>
                      <a:gd name="T104" fmla="*/ 1 w 471"/>
                      <a:gd name="T105" fmla="*/ 1 h 281"/>
                      <a:gd name="T106" fmla="*/ 1 w 471"/>
                      <a:gd name="T107" fmla="*/ 1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2" name="Freeform 36"/>
                  <p:cNvSpPr>
                    <a:spLocks/>
                  </p:cNvSpPr>
                  <p:nvPr/>
                </p:nvSpPr>
                <p:spPr bwMode="ltGray">
                  <a:xfrm>
                    <a:off x="2534" y="242"/>
                    <a:ext cx="420" cy="283"/>
                  </a:xfrm>
                  <a:custGeom>
                    <a:avLst/>
                    <a:gdLst>
                      <a:gd name="T0" fmla="*/ 0 w 984"/>
                      <a:gd name="T1" fmla="*/ 0 h 844"/>
                      <a:gd name="T2" fmla="*/ 0 w 984"/>
                      <a:gd name="T3" fmla="*/ 0 h 844"/>
                      <a:gd name="T4" fmla="*/ 0 w 984"/>
                      <a:gd name="T5" fmla="*/ 0 h 844"/>
                      <a:gd name="T6" fmla="*/ 0 w 984"/>
                      <a:gd name="T7" fmla="*/ 0 h 844"/>
                      <a:gd name="T8" fmla="*/ 0 w 984"/>
                      <a:gd name="T9" fmla="*/ 0 h 844"/>
                      <a:gd name="T10" fmla="*/ 0 w 984"/>
                      <a:gd name="T11" fmla="*/ 0 h 844"/>
                      <a:gd name="T12" fmla="*/ 0 w 984"/>
                      <a:gd name="T13" fmla="*/ 0 h 844"/>
                      <a:gd name="T14" fmla="*/ 0 w 984"/>
                      <a:gd name="T15" fmla="*/ 0 h 844"/>
                      <a:gd name="T16" fmla="*/ 0 w 984"/>
                      <a:gd name="T17" fmla="*/ 0 h 844"/>
                      <a:gd name="T18" fmla="*/ 0 w 984"/>
                      <a:gd name="T19" fmla="*/ 0 h 844"/>
                      <a:gd name="T20" fmla="*/ 0 w 984"/>
                      <a:gd name="T21" fmla="*/ 0 h 844"/>
                      <a:gd name="T22" fmla="*/ 0 w 984"/>
                      <a:gd name="T23" fmla="*/ 0 h 844"/>
                      <a:gd name="T24" fmla="*/ 0 w 984"/>
                      <a:gd name="T25" fmla="*/ 0 h 844"/>
                      <a:gd name="T26" fmla="*/ 0 w 984"/>
                      <a:gd name="T27" fmla="*/ 0 h 844"/>
                      <a:gd name="T28" fmla="*/ 0 w 984"/>
                      <a:gd name="T29" fmla="*/ 0 h 844"/>
                      <a:gd name="T30" fmla="*/ 0 w 984"/>
                      <a:gd name="T31" fmla="*/ 0 h 844"/>
                      <a:gd name="T32" fmla="*/ 0 w 984"/>
                      <a:gd name="T33" fmla="*/ 0 h 844"/>
                      <a:gd name="T34" fmla="*/ 0 w 984"/>
                      <a:gd name="T35" fmla="*/ 0 h 844"/>
                      <a:gd name="T36" fmla="*/ 0 w 984"/>
                      <a:gd name="T37" fmla="*/ 0 h 844"/>
                      <a:gd name="T38" fmla="*/ 0 w 984"/>
                      <a:gd name="T39" fmla="*/ 0 h 844"/>
                      <a:gd name="T40" fmla="*/ 0 w 984"/>
                      <a:gd name="T41" fmla="*/ 0 h 844"/>
                      <a:gd name="T42" fmla="*/ 0 w 984"/>
                      <a:gd name="T43" fmla="*/ 0 h 844"/>
                      <a:gd name="T44" fmla="*/ 0 w 984"/>
                      <a:gd name="T45" fmla="*/ 0 h 844"/>
                      <a:gd name="T46" fmla="*/ 0 w 984"/>
                      <a:gd name="T47" fmla="*/ 0 h 844"/>
                      <a:gd name="T48" fmla="*/ 0 w 984"/>
                      <a:gd name="T49" fmla="*/ 0 h 844"/>
                      <a:gd name="T50" fmla="*/ 0 w 984"/>
                      <a:gd name="T51" fmla="*/ 0 h 844"/>
                      <a:gd name="T52" fmla="*/ 0 w 984"/>
                      <a:gd name="T53" fmla="*/ 0 h 844"/>
                      <a:gd name="T54" fmla="*/ 0 w 984"/>
                      <a:gd name="T55" fmla="*/ 0 h 844"/>
                      <a:gd name="T56" fmla="*/ 0 w 984"/>
                      <a:gd name="T57" fmla="*/ 0 h 844"/>
                      <a:gd name="T58" fmla="*/ 0 w 984"/>
                      <a:gd name="T59" fmla="*/ 0 h 844"/>
                      <a:gd name="T60" fmla="*/ 0 w 984"/>
                      <a:gd name="T61" fmla="*/ 0 h 844"/>
                      <a:gd name="T62" fmla="*/ 0 w 984"/>
                      <a:gd name="T63" fmla="*/ 0 h 844"/>
                      <a:gd name="T64" fmla="*/ 0 w 984"/>
                      <a:gd name="T65" fmla="*/ 0 h 844"/>
                      <a:gd name="T66" fmla="*/ 0 w 984"/>
                      <a:gd name="T67" fmla="*/ 0 h 844"/>
                      <a:gd name="T68" fmla="*/ 0 w 984"/>
                      <a:gd name="T69" fmla="*/ 0 h 844"/>
                      <a:gd name="T70" fmla="*/ 0 w 984"/>
                      <a:gd name="T71" fmla="*/ 0 h 844"/>
                      <a:gd name="T72" fmla="*/ 0 w 984"/>
                      <a:gd name="T73" fmla="*/ 0 h 844"/>
                      <a:gd name="T74" fmla="*/ 0 w 984"/>
                      <a:gd name="T75" fmla="*/ 0 h 844"/>
                      <a:gd name="T76" fmla="*/ 0 w 984"/>
                      <a:gd name="T77" fmla="*/ 0 h 844"/>
                      <a:gd name="T78" fmla="*/ 0 w 984"/>
                      <a:gd name="T79" fmla="*/ 0 h 844"/>
                      <a:gd name="T80" fmla="*/ 0 w 984"/>
                      <a:gd name="T81" fmla="*/ 0 h 844"/>
                      <a:gd name="T82" fmla="*/ 0 w 984"/>
                      <a:gd name="T83" fmla="*/ 0 h 844"/>
                      <a:gd name="T84" fmla="*/ 0 w 984"/>
                      <a:gd name="T85" fmla="*/ 0 h 844"/>
                      <a:gd name="T86" fmla="*/ 0 w 984"/>
                      <a:gd name="T87" fmla="*/ 0 h 844"/>
                      <a:gd name="T88" fmla="*/ 0 w 984"/>
                      <a:gd name="T89" fmla="*/ 0 h 844"/>
                      <a:gd name="T90" fmla="*/ 0 w 984"/>
                      <a:gd name="T91" fmla="*/ 0 h 844"/>
                      <a:gd name="T92" fmla="*/ 0 w 984"/>
                      <a:gd name="T93" fmla="*/ 0 h 844"/>
                      <a:gd name="T94" fmla="*/ 0 w 984"/>
                      <a:gd name="T95" fmla="*/ 0 h 844"/>
                      <a:gd name="T96" fmla="*/ 0 w 984"/>
                      <a:gd name="T97" fmla="*/ 0 h 844"/>
                      <a:gd name="T98" fmla="*/ 0 w 984"/>
                      <a:gd name="T99" fmla="*/ 0 h 844"/>
                      <a:gd name="T100" fmla="*/ 0 w 984"/>
                      <a:gd name="T101" fmla="*/ 0 h 844"/>
                      <a:gd name="T102" fmla="*/ 0 w 984"/>
                      <a:gd name="T103" fmla="*/ 0 h 844"/>
                      <a:gd name="T104" fmla="*/ 0 w 984"/>
                      <a:gd name="T105" fmla="*/ 0 h 844"/>
                      <a:gd name="T106" fmla="*/ 0 w 984"/>
                      <a:gd name="T107" fmla="*/ 0 h 844"/>
                      <a:gd name="T108" fmla="*/ 0 w 984"/>
                      <a:gd name="T109" fmla="*/ 0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3" name="Freeform 37"/>
                  <p:cNvSpPr>
                    <a:spLocks/>
                  </p:cNvSpPr>
                  <p:nvPr/>
                </p:nvSpPr>
                <p:spPr bwMode="ltGray">
                  <a:xfrm>
                    <a:off x="2405" y="445"/>
                    <a:ext cx="15" cy="16"/>
                  </a:xfrm>
                  <a:custGeom>
                    <a:avLst/>
                    <a:gdLst>
                      <a:gd name="T0" fmla="*/ 0 w 36"/>
                      <a:gd name="T1" fmla="*/ 0 h 48"/>
                      <a:gd name="T2" fmla="*/ 0 w 36"/>
                      <a:gd name="T3" fmla="*/ 0 h 48"/>
                      <a:gd name="T4" fmla="*/ 0 w 36"/>
                      <a:gd name="T5" fmla="*/ 0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4" name="Freeform 38"/>
                  <p:cNvSpPr>
                    <a:spLocks/>
                  </p:cNvSpPr>
                  <p:nvPr/>
                </p:nvSpPr>
                <p:spPr bwMode="ltGray">
                  <a:xfrm>
                    <a:off x="2393" y="439"/>
                    <a:ext cx="16" cy="12"/>
                  </a:xfrm>
                  <a:custGeom>
                    <a:avLst/>
                    <a:gdLst>
                      <a:gd name="T0" fmla="*/ 0 w 36"/>
                      <a:gd name="T1" fmla="*/ 0 h 37"/>
                      <a:gd name="T2" fmla="*/ 0 w 36"/>
                      <a:gd name="T3" fmla="*/ 0 h 37"/>
                      <a:gd name="T4" fmla="*/ 0 w 36"/>
                      <a:gd name="T5" fmla="*/ 0 h 37"/>
                      <a:gd name="T6" fmla="*/ 0 w 36"/>
                      <a:gd name="T7" fmla="*/ 0 h 37"/>
                      <a:gd name="T8" fmla="*/ 0 w 36"/>
                      <a:gd name="T9" fmla="*/ 0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5" name="Freeform 39"/>
                  <p:cNvSpPr>
                    <a:spLocks/>
                  </p:cNvSpPr>
                  <p:nvPr/>
                </p:nvSpPr>
                <p:spPr bwMode="ltGray">
                  <a:xfrm>
                    <a:off x="2878" y="406"/>
                    <a:ext cx="73" cy="33"/>
                  </a:xfrm>
                  <a:custGeom>
                    <a:avLst/>
                    <a:gdLst>
                      <a:gd name="T0" fmla="*/ 0 w 170"/>
                      <a:gd name="T1" fmla="*/ 0 h 96"/>
                      <a:gd name="T2" fmla="*/ 0 w 170"/>
                      <a:gd name="T3" fmla="*/ 0 h 96"/>
                      <a:gd name="T4" fmla="*/ 0 w 170"/>
                      <a:gd name="T5" fmla="*/ 0 h 96"/>
                      <a:gd name="T6" fmla="*/ 0 w 170"/>
                      <a:gd name="T7" fmla="*/ 0 h 96"/>
                      <a:gd name="T8" fmla="*/ 0 w 170"/>
                      <a:gd name="T9" fmla="*/ 0 h 96"/>
                      <a:gd name="T10" fmla="*/ 0 w 170"/>
                      <a:gd name="T11" fmla="*/ 0 h 96"/>
                      <a:gd name="T12" fmla="*/ 0 w 170"/>
                      <a:gd name="T13" fmla="*/ 0 h 96"/>
                      <a:gd name="T14" fmla="*/ 0 w 170"/>
                      <a:gd name="T15" fmla="*/ 0 h 96"/>
                      <a:gd name="T16" fmla="*/ 0 w 170"/>
                      <a:gd name="T17" fmla="*/ 0 h 96"/>
                      <a:gd name="T18" fmla="*/ 0 w 170"/>
                      <a:gd name="T19" fmla="*/ 0 h 96"/>
                      <a:gd name="T20" fmla="*/ 0 w 170"/>
                      <a:gd name="T21" fmla="*/ 0 h 96"/>
                      <a:gd name="T22" fmla="*/ 0 w 170"/>
                      <a:gd name="T23" fmla="*/ 0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6" name="Freeform 40"/>
                  <p:cNvSpPr>
                    <a:spLocks/>
                  </p:cNvSpPr>
                  <p:nvPr/>
                </p:nvSpPr>
                <p:spPr bwMode="ltGray">
                  <a:xfrm>
                    <a:off x="2955" y="433"/>
                    <a:ext cx="59" cy="15"/>
                  </a:xfrm>
                  <a:custGeom>
                    <a:avLst/>
                    <a:gdLst>
                      <a:gd name="T0" fmla="*/ 0 w 138"/>
                      <a:gd name="T1" fmla="*/ 0 h 44"/>
                      <a:gd name="T2" fmla="*/ 0 w 138"/>
                      <a:gd name="T3" fmla="*/ 0 h 44"/>
                      <a:gd name="T4" fmla="*/ 0 w 138"/>
                      <a:gd name="T5" fmla="*/ 0 h 44"/>
                      <a:gd name="T6" fmla="*/ 0 w 138"/>
                      <a:gd name="T7" fmla="*/ 0 h 44"/>
                      <a:gd name="T8" fmla="*/ 0 w 138"/>
                      <a:gd name="T9" fmla="*/ 0 h 44"/>
                      <a:gd name="T10" fmla="*/ 0 w 138"/>
                      <a:gd name="T11" fmla="*/ 0 h 44"/>
                      <a:gd name="T12" fmla="*/ 0 w 138"/>
                      <a:gd name="T13" fmla="*/ 0 h 44"/>
                      <a:gd name="T14" fmla="*/ 0 w 138"/>
                      <a:gd name="T15" fmla="*/ 0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7" name="Freeform 41"/>
                  <p:cNvSpPr>
                    <a:spLocks/>
                  </p:cNvSpPr>
                  <p:nvPr/>
                </p:nvSpPr>
                <p:spPr bwMode="ltGray">
                  <a:xfrm>
                    <a:off x="2924" y="441"/>
                    <a:ext cx="24" cy="14"/>
                  </a:xfrm>
                  <a:custGeom>
                    <a:avLst/>
                    <a:gdLst>
                      <a:gd name="T0" fmla="*/ 0 w 57"/>
                      <a:gd name="T1" fmla="*/ 0 h 42"/>
                      <a:gd name="T2" fmla="*/ 0 w 57"/>
                      <a:gd name="T3" fmla="*/ 0 h 42"/>
                      <a:gd name="T4" fmla="*/ 0 w 57"/>
                      <a:gd name="T5" fmla="*/ 0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8" name="Freeform 42"/>
                  <p:cNvSpPr>
                    <a:spLocks/>
                  </p:cNvSpPr>
                  <p:nvPr/>
                </p:nvSpPr>
                <p:spPr bwMode="ltGray">
                  <a:xfrm>
                    <a:off x="2908" y="398"/>
                    <a:ext cx="16" cy="18"/>
                  </a:xfrm>
                  <a:custGeom>
                    <a:avLst/>
                    <a:gdLst>
                      <a:gd name="T0" fmla="*/ 0 w 39"/>
                      <a:gd name="T1" fmla="*/ 0 h 52"/>
                      <a:gd name="T2" fmla="*/ 0 w 39"/>
                      <a:gd name="T3" fmla="*/ 0 h 52"/>
                      <a:gd name="T4" fmla="*/ 0 w 39"/>
                      <a:gd name="T5" fmla="*/ 0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9" name="Freeform 43"/>
                  <p:cNvSpPr>
                    <a:spLocks/>
                  </p:cNvSpPr>
                  <p:nvPr/>
                </p:nvSpPr>
                <p:spPr bwMode="ltGray">
                  <a:xfrm>
                    <a:off x="3035" y="452"/>
                    <a:ext cx="19" cy="27"/>
                  </a:xfrm>
                  <a:custGeom>
                    <a:avLst/>
                    <a:gdLst>
                      <a:gd name="T0" fmla="*/ 0 w 44"/>
                      <a:gd name="T1" fmla="*/ 0 h 80"/>
                      <a:gd name="T2" fmla="*/ 0 w 44"/>
                      <a:gd name="T3" fmla="*/ 0 h 80"/>
                      <a:gd name="T4" fmla="*/ 0 w 44"/>
                      <a:gd name="T5" fmla="*/ 0 h 80"/>
                      <a:gd name="T6" fmla="*/ 0 w 44"/>
                      <a:gd name="T7" fmla="*/ 0 h 80"/>
                      <a:gd name="T8" fmla="*/ 0 w 44"/>
                      <a:gd name="T9" fmla="*/ 0 h 80"/>
                      <a:gd name="T10" fmla="*/ 0 w 44"/>
                      <a:gd name="T11" fmla="*/ 0 h 80"/>
                      <a:gd name="T12" fmla="*/ 0 w 44"/>
                      <a:gd name="T13" fmla="*/ 0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0" name="Freeform 44"/>
                  <p:cNvSpPr>
                    <a:spLocks/>
                  </p:cNvSpPr>
                  <p:nvPr/>
                </p:nvSpPr>
                <p:spPr bwMode="ltGray">
                  <a:xfrm>
                    <a:off x="2696" y="247"/>
                    <a:ext cx="205" cy="41"/>
                  </a:xfrm>
                  <a:custGeom>
                    <a:avLst/>
                    <a:gdLst>
                      <a:gd name="T0" fmla="*/ 1 w 323"/>
                      <a:gd name="T1" fmla="*/ 1 h 64"/>
                      <a:gd name="T2" fmla="*/ 1 w 323"/>
                      <a:gd name="T3" fmla="*/ 1 h 64"/>
                      <a:gd name="T4" fmla="*/ 1 w 323"/>
                      <a:gd name="T5" fmla="*/ 0 h 64"/>
                      <a:gd name="T6" fmla="*/ 1 w 323"/>
                      <a:gd name="T7" fmla="*/ 0 h 64"/>
                      <a:gd name="T8" fmla="*/ 1 w 323"/>
                      <a:gd name="T9" fmla="*/ 1 h 64"/>
                      <a:gd name="T10" fmla="*/ 1 w 323"/>
                      <a:gd name="T11" fmla="*/ 1 h 64"/>
                      <a:gd name="T12" fmla="*/ 1 w 323"/>
                      <a:gd name="T13" fmla="*/ 1 h 64"/>
                      <a:gd name="T14" fmla="*/ 1 w 323"/>
                      <a:gd name="T15" fmla="*/ 1 h 64"/>
                      <a:gd name="T16" fmla="*/ 1 w 323"/>
                      <a:gd name="T17" fmla="*/ 1 h 64"/>
                      <a:gd name="T18" fmla="*/ 1 w 323"/>
                      <a:gd name="T19" fmla="*/ 1 h 64"/>
                      <a:gd name="T20" fmla="*/ 1 w 323"/>
                      <a:gd name="T21" fmla="*/ 1 h 64"/>
                      <a:gd name="T22" fmla="*/ 1 w 323"/>
                      <a:gd name="T23" fmla="*/ 1 h 64"/>
                      <a:gd name="T24" fmla="*/ 1 w 323"/>
                      <a:gd name="T25" fmla="*/ 1 h 64"/>
                      <a:gd name="T26" fmla="*/ 1 w 323"/>
                      <a:gd name="T27" fmla="*/ 1 h 64"/>
                      <a:gd name="T28" fmla="*/ 1 w 323"/>
                      <a:gd name="T29" fmla="*/ 1 h 64"/>
                      <a:gd name="T30" fmla="*/ 1 w 323"/>
                      <a:gd name="T31" fmla="*/ 1 h 64"/>
                      <a:gd name="T32" fmla="*/ 1 w 323"/>
                      <a:gd name="T33" fmla="*/ 1 h 64"/>
                      <a:gd name="T34" fmla="*/ 1 w 323"/>
                      <a:gd name="T35" fmla="*/ 1 h 64"/>
                      <a:gd name="T36" fmla="*/ 1 w 323"/>
                      <a:gd name="T37" fmla="*/ 1 h 64"/>
                      <a:gd name="T38" fmla="*/ 1 w 323"/>
                      <a:gd name="T39" fmla="*/ 1 h 64"/>
                      <a:gd name="T40" fmla="*/ 1 w 323"/>
                      <a:gd name="T41" fmla="*/ 1 h 64"/>
                      <a:gd name="T42" fmla="*/ 1 w 323"/>
                      <a:gd name="T43" fmla="*/ 1 h 64"/>
                      <a:gd name="T44" fmla="*/ 1 w 323"/>
                      <a:gd name="T45" fmla="*/ 1 h 64"/>
                      <a:gd name="T46" fmla="*/ 1 w 323"/>
                      <a:gd name="T47" fmla="*/ 1 h 64"/>
                      <a:gd name="T48" fmla="*/ 1 w 323"/>
                      <a:gd name="T49" fmla="*/ 1 h 64"/>
                      <a:gd name="T50" fmla="*/ 1 w 323"/>
                      <a:gd name="T51" fmla="*/ 1 h 64"/>
                      <a:gd name="T52" fmla="*/ 1 w 323"/>
                      <a:gd name="T53" fmla="*/ 0 h 64"/>
                      <a:gd name="T54" fmla="*/ 1 w 323"/>
                      <a:gd name="T55" fmla="*/ 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1" name="Freeform 45"/>
                  <p:cNvSpPr>
                    <a:spLocks/>
                  </p:cNvSpPr>
                  <p:nvPr/>
                </p:nvSpPr>
                <p:spPr bwMode="ltGray">
                  <a:xfrm>
                    <a:off x="2515" y="246"/>
                    <a:ext cx="190" cy="20"/>
                  </a:xfrm>
                  <a:custGeom>
                    <a:avLst/>
                    <a:gdLst>
                      <a:gd name="T0" fmla="*/ 1 w 300"/>
                      <a:gd name="T1" fmla="*/ 1 h 31"/>
                      <a:gd name="T2" fmla="*/ 1 w 300"/>
                      <a:gd name="T3" fmla="*/ 1 h 31"/>
                      <a:gd name="T4" fmla="*/ 1 w 300"/>
                      <a:gd name="T5" fmla="*/ 0 h 31"/>
                      <a:gd name="T6" fmla="*/ 1 w 300"/>
                      <a:gd name="T7" fmla="*/ 1 h 31"/>
                      <a:gd name="T8" fmla="*/ 1 w 300"/>
                      <a:gd name="T9" fmla="*/ 1 h 31"/>
                      <a:gd name="T10" fmla="*/ 1 w 300"/>
                      <a:gd name="T11" fmla="*/ 1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2" name="Freeform 46"/>
                  <p:cNvSpPr>
                    <a:spLocks/>
                  </p:cNvSpPr>
                  <p:nvPr/>
                </p:nvSpPr>
                <p:spPr bwMode="ltGray">
                  <a:xfrm>
                    <a:off x="2096" y="275"/>
                    <a:ext cx="18" cy="10"/>
                  </a:xfrm>
                  <a:custGeom>
                    <a:avLst/>
                    <a:gdLst>
                      <a:gd name="T0" fmla="*/ 0 w 41"/>
                      <a:gd name="T1" fmla="*/ 0 h 29"/>
                      <a:gd name="T2" fmla="*/ 0 w 41"/>
                      <a:gd name="T3" fmla="*/ 0 h 29"/>
                      <a:gd name="T4" fmla="*/ 0 w 41"/>
                      <a:gd name="T5" fmla="*/ 0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3" name="Freeform 47"/>
                  <p:cNvSpPr>
                    <a:spLocks/>
                  </p:cNvSpPr>
                  <p:nvPr/>
                </p:nvSpPr>
                <p:spPr bwMode="ltGray">
                  <a:xfrm>
                    <a:off x="1606" y="246"/>
                    <a:ext cx="436" cy="152"/>
                  </a:xfrm>
                  <a:custGeom>
                    <a:avLst/>
                    <a:gdLst>
                      <a:gd name="T0" fmla="*/ 73 w 436"/>
                      <a:gd name="T1" fmla="*/ 1 h 152"/>
                      <a:gd name="T2" fmla="*/ 436 w 436"/>
                      <a:gd name="T3" fmla="*/ 0 h 152"/>
                      <a:gd name="T4" fmla="*/ 416 w 436"/>
                      <a:gd name="T5" fmla="*/ 54 h 152"/>
                      <a:gd name="T6" fmla="*/ 397 w 436"/>
                      <a:gd name="T7" fmla="*/ 68 h 152"/>
                      <a:gd name="T8" fmla="*/ 392 w 436"/>
                      <a:gd name="T9" fmla="*/ 70 h 152"/>
                      <a:gd name="T10" fmla="*/ 375 w 436"/>
                      <a:gd name="T11" fmla="*/ 73 h 152"/>
                      <a:gd name="T12" fmla="*/ 361 w 436"/>
                      <a:gd name="T13" fmla="*/ 88 h 152"/>
                      <a:gd name="T14" fmla="*/ 362 w 436"/>
                      <a:gd name="T15" fmla="*/ 99 h 152"/>
                      <a:gd name="T16" fmla="*/ 364 w 436"/>
                      <a:gd name="T17" fmla="*/ 107 h 152"/>
                      <a:gd name="T18" fmla="*/ 366 w 436"/>
                      <a:gd name="T19" fmla="*/ 113 h 152"/>
                      <a:gd name="T20" fmla="*/ 362 w 436"/>
                      <a:gd name="T21" fmla="*/ 122 h 152"/>
                      <a:gd name="T22" fmla="*/ 351 w 436"/>
                      <a:gd name="T23" fmla="*/ 120 h 152"/>
                      <a:gd name="T24" fmla="*/ 342 w 436"/>
                      <a:gd name="T25" fmla="*/ 129 h 152"/>
                      <a:gd name="T26" fmla="*/ 347 w 436"/>
                      <a:gd name="T27" fmla="*/ 105 h 152"/>
                      <a:gd name="T28" fmla="*/ 338 w 436"/>
                      <a:gd name="T29" fmla="*/ 100 h 152"/>
                      <a:gd name="T30" fmla="*/ 344 w 436"/>
                      <a:gd name="T31" fmla="*/ 93 h 152"/>
                      <a:gd name="T32" fmla="*/ 342 w 436"/>
                      <a:gd name="T33" fmla="*/ 89 h 152"/>
                      <a:gd name="T34" fmla="*/ 320 w 436"/>
                      <a:gd name="T35" fmla="*/ 94 h 152"/>
                      <a:gd name="T36" fmla="*/ 317 w 436"/>
                      <a:gd name="T37" fmla="*/ 85 h 152"/>
                      <a:gd name="T38" fmla="*/ 297 w 436"/>
                      <a:gd name="T39" fmla="*/ 94 h 152"/>
                      <a:gd name="T40" fmla="*/ 320 w 436"/>
                      <a:gd name="T41" fmla="*/ 103 h 152"/>
                      <a:gd name="T42" fmla="*/ 305 w 436"/>
                      <a:gd name="T43" fmla="*/ 117 h 152"/>
                      <a:gd name="T44" fmla="*/ 311 w 436"/>
                      <a:gd name="T45" fmla="*/ 126 h 152"/>
                      <a:gd name="T46" fmla="*/ 315 w 436"/>
                      <a:gd name="T47" fmla="*/ 138 h 152"/>
                      <a:gd name="T48" fmla="*/ 309 w 436"/>
                      <a:gd name="T49" fmla="*/ 139 h 152"/>
                      <a:gd name="T50" fmla="*/ 314 w 436"/>
                      <a:gd name="T51" fmla="*/ 144 h 152"/>
                      <a:gd name="T52" fmla="*/ 307 w 436"/>
                      <a:gd name="T53" fmla="*/ 152 h 152"/>
                      <a:gd name="T54" fmla="*/ 0 w 436"/>
                      <a:gd name="T55" fmla="*/ 149 h 152"/>
                      <a:gd name="T56" fmla="*/ 73 w 436"/>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4" name="Freeform 48"/>
                  <p:cNvSpPr>
                    <a:spLocks/>
                  </p:cNvSpPr>
                  <p:nvPr/>
                </p:nvSpPr>
                <p:spPr bwMode="ltGray">
                  <a:xfrm>
                    <a:off x="2043" y="241"/>
                    <a:ext cx="20" cy="55"/>
                  </a:xfrm>
                  <a:custGeom>
                    <a:avLst/>
                    <a:gdLst>
                      <a:gd name="T0" fmla="*/ 0 w 47"/>
                      <a:gd name="T1" fmla="*/ 0 h 165"/>
                      <a:gd name="T2" fmla="*/ 0 w 47"/>
                      <a:gd name="T3" fmla="*/ 0 h 165"/>
                      <a:gd name="T4" fmla="*/ 0 w 47"/>
                      <a:gd name="T5" fmla="*/ 0 h 165"/>
                      <a:gd name="T6" fmla="*/ 0 w 47"/>
                      <a:gd name="T7" fmla="*/ 0 h 165"/>
                      <a:gd name="T8" fmla="*/ 0 w 47"/>
                      <a:gd name="T9" fmla="*/ 0 h 165"/>
                      <a:gd name="T10" fmla="*/ 0 w 47"/>
                      <a:gd name="T11" fmla="*/ 0 h 165"/>
                      <a:gd name="T12" fmla="*/ 0 w 47"/>
                      <a:gd name="T13" fmla="*/ 0 h 165"/>
                      <a:gd name="T14" fmla="*/ 0 w 47"/>
                      <a:gd name="T15" fmla="*/ 0 h 165"/>
                      <a:gd name="T16" fmla="*/ 0 w 47"/>
                      <a:gd name="T17" fmla="*/ 0 h 165"/>
                      <a:gd name="T18" fmla="*/ 0 w 47"/>
                      <a:gd name="T19" fmla="*/ 0 h 165"/>
                      <a:gd name="T20" fmla="*/ 0 w 47"/>
                      <a:gd name="T21" fmla="*/ 0 h 165"/>
                      <a:gd name="T22" fmla="*/ 0 w 47"/>
                      <a:gd name="T23" fmla="*/ 0 h 165"/>
                      <a:gd name="T24" fmla="*/ 0 w 47"/>
                      <a:gd name="T25" fmla="*/ 0 h 165"/>
                      <a:gd name="T26" fmla="*/ 0 w 47"/>
                      <a:gd name="T27" fmla="*/ 0 h 165"/>
                      <a:gd name="T28" fmla="*/ 0 w 47"/>
                      <a:gd name="T29" fmla="*/ 0 h 165"/>
                      <a:gd name="T30" fmla="*/ 0 w 47"/>
                      <a:gd name="T31" fmla="*/ 0 h 165"/>
                      <a:gd name="T32" fmla="*/ 0 w 47"/>
                      <a:gd name="T33" fmla="*/ 0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5" name="Freeform 49"/>
                  <p:cNvSpPr>
                    <a:spLocks/>
                  </p:cNvSpPr>
                  <p:nvPr/>
                </p:nvSpPr>
                <p:spPr bwMode="ltGray">
                  <a:xfrm>
                    <a:off x="2031" y="287"/>
                    <a:ext cx="59" cy="34"/>
                  </a:xfrm>
                  <a:custGeom>
                    <a:avLst/>
                    <a:gdLst>
                      <a:gd name="T0" fmla="*/ 0 w 138"/>
                      <a:gd name="T1" fmla="*/ 0 h 103"/>
                      <a:gd name="T2" fmla="*/ 0 w 138"/>
                      <a:gd name="T3" fmla="*/ 0 h 103"/>
                      <a:gd name="T4" fmla="*/ 0 w 138"/>
                      <a:gd name="T5" fmla="*/ 0 h 103"/>
                      <a:gd name="T6" fmla="*/ 0 w 138"/>
                      <a:gd name="T7" fmla="*/ 0 h 103"/>
                      <a:gd name="T8" fmla="*/ 0 w 138"/>
                      <a:gd name="T9" fmla="*/ 0 h 103"/>
                      <a:gd name="T10" fmla="*/ 0 w 138"/>
                      <a:gd name="T11" fmla="*/ 0 h 103"/>
                      <a:gd name="T12" fmla="*/ 0 w 138"/>
                      <a:gd name="T13" fmla="*/ 0 h 103"/>
                      <a:gd name="T14" fmla="*/ 0 w 138"/>
                      <a:gd name="T15" fmla="*/ 0 h 103"/>
                      <a:gd name="T16" fmla="*/ 0 w 138"/>
                      <a:gd name="T17" fmla="*/ 0 h 103"/>
                      <a:gd name="T18" fmla="*/ 0 w 138"/>
                      <a:gd name="T19" fmla="*/ 0 h 103"/>
                      <a:gd name="T20" fmla="*/ 0 w 138"/>
                      <a:gd name="T21" fmla="*/ 0 h 103"/>
                      <a:gd name="T22" fmla="*/ 0 w 138"/>
                      <a:gd name="T23" fmla="*/ 0 h 103"/>
                      <a:gd name="T24" fmla="*/ 0 w 138"/>
                      <a:gd name="T25" fmla="*/ 0 h 103"/>
                      <a:gd name="T26" fmla="*/ 0 w 138"/>
                      <a:gd name="T27" fmla="*/ 0 h 103"/>
                      <a:gd name="T28" fmla="*/ 0 w 138"/>
                      <a:gd name="T29" fmla="*/ 0 h 103"/>
                      <a:gd name="T30" fmla="*/ 0 w 138"/>
                      <a:gd name="T31" fmla="*/ 0 h 103"/>
                      <a:gd name="T32" fmla="*/ 0 w 138"/>
                      <a:gd name="T33" fmla="*/ 0 h 103"/>
                      <a:gd name="T34" fmla="*/ 0 w 138"/>
                      <a:gd name="T35" fmla="*/ 0 h 103"/>
                      <a:gd name="T36" fmla="*/ 0 w 138"/>
                      <a:gd name="T37" fmla="*/ 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6" name="Freeform 50"/>
                  <p:cNvSpPr>
                    <a:spLocks/>
                  </p:cNvSpPr>
                  <p:nvPr/>
                </p:nvSpPr>
                <p:spPr bwMode="ltGray">
                  <a:xfrm>
                    <a:off x="1968" y="319"/>
                    <a:ext cx="80" cy="72"/>
                  </a:xfrm>
                  <a:custGeom>
                    <a:avLst/>
                    <a:gdLst>
                      <a:gd name="T0" fmla="*/ 0 w 188"/>
                      <a:gd name="T1" fmla="*/ 0 h 214"/>
                      <a:gd name="T2" fmla="*/ 0 w 188"/>
                      <a:gd name="T3" fmla="*/ 0 h 214"/>
                      <a:gd name="T4" fmla="*/ 0 w 188"/>
                      <a:gd name="T5" fmla="*/ 0 h 214"/>
                      <a:gd name="T6" fmla="*/ 0 w 188"/>
                      <a:gd name="T7" fmla="*/ 0 h 214"/>
                      <a:gd name="T8" fmla="*/ 0 w 188"/>
                      <a:gd name="T9" fmla="*/ 0 h 214"/>
                      <a:gd name="T10" fmla="*/ 0 w 188"/>
                      <a:gd name="T11" fmla="*/ 0 h 214"/>
                      <a:gd name="T12" fmla="*/ 0 w 188"/>
                      <a:gd name="T13" fmla="*/ 0 h 214"/>
                      <a:gd name="T14" fmla="*/ 0 w 188"/>
                      <a:gd name="T15" fmla="*/ 0 h 214"/>
                      <a:gd name="T16" fmla="*/ 0 w 188"/>
                      <a:gd name="T17" fmla="*/ 0 h 214"/>
                      <a:gd name="T18" fmla="*/ 0 w 188"/>
                      <a:gd name="T19" fmla="*/ 0 h 214"/>
                      <a:gd name="T20" fmla="*/ 0 w 188"/>
                      <a:gd name="T21" fmla="*/ 0 h 214"/>
                      <a:gd name="T22" fmla="*/ 0 w 188"/>
                      <a:gd name="T23" fmla="*/ 0 h 214"/>
                      <a:gd name="T24" fmla="*/ 0 w 188"/>
                      <a:gd name="T25" fmla="*/ 0 h 214"/>
                      <a:gd name="T26" fmla="*/ 0 w 188"/>
                      <a:gd name="T27" fmla="*/ 0 h 214"/>
                      <a:gd name="T28" fmla="*/ 0 w 188"/>
                      <a:gd name="T29" fmla="*/ 0 h 214"/>
                      <a:gd name="T30" fmla="*/ 0 w 188"/>
                      <a:gd name="T31" fmla="*/ 0 h 214"/>
                      <a:gd name="T32" fmla="*/ 0 w 188"/>
                      <a:gd name="T33" fmla="*/ 0 h 214"/>
                      <a:gd name="T34" fmla="*/ 0 w 188"/>
                      <a:gd name="T35" fmla="*/ 0 h 214"/>
                      <a:gd name="T36" fmla="*/ 0 w 188"/>
                      <a:gd name="T37" fmla="*/ 0 h 214"/>
                      <a:gd name="T38" fmla="*/ 0 w 188"/>
                      <a:gd name="T39" fmla="*/ 0 h 214"/>
                      <a:gd name="T40" fmla="*/ 0 w 188"/>
                      <a:gd name="T41" fmla="*/ 0 h 214"/>
                      <a:gd name="T42" fmla="*/ 0 w 188"/>
                      <a:gd name="T43" fmla="*/ 0 h 214"/>
                      <a:gd name="T44" fmla="*/ 0 w 188"/>
                      <a:gd name="T45" fmla="*/ 0 h 214"/>
                      <a:gd name="T46" fmla="*/ 0 w 188"/>
                      <a:gd name="T47" fmla="*/ 0 h 214"/>
                      <a:gd name="T48" fmla="*/ 0 w 188"/>
                      <a:gd name="T49" fmla="*/ 0 h 214"/>
                      <a:gd name="T50" fmla="*/ 0 w 188"/>
                      <a:gd name="T51" fmla="*/ 0 h 214"/>
                      <a:gd name="T52" fmla="*/ 0 w 188"/>
                      <a:gd name="T53" fmla="*/ 0 h 214"/>
                      <a:gd name="T54" fmla="*/ 0 w 188"/>
                      <a:gd name="T55" fmla="*/ 0 h 214"/>
                      <a:gd name="T56" fmla="*/ 0 w 188"/>
                      <a:gd name="T57" fmla="*/ 0 h 214"/>
                      <a:gd name="T58" fmla="*/ 0 w 188"/>
                      <a:gd name="T59" fmla="*/ 0 h 214"/>
                      <a:gd name="T60" fmla="*/ 0 w 188"/>
                      <a:gd name="T61" fmla="*/ 0 h 214"/>
                      <a:gd name="T62" fmla="*/ 0 w 188"/>
                      <a:gd name="T63" fmla="*/ 0 h 214"/>
                      <a:gd name="T64" fmla="*/ 0 w 188"/>
                      <a:gd name="T65" fmla="*/ 0 h 214"/>
                      <a:gd name="T66" fmla="*/ 0 w 188"/>
                      <a:gd name="T67" fmla="*/ 0 h 214"/>
                      <a:gd name="T68" fmla="*/ 0 w 188"/>
                      <a:gd name="T69" fmla="*/ 0 h 214"/>
                      <a:gd name="T70" fmla="*/ 0 w 188"/>
                      <a:gd name="T71" fmla="*/ 0 h 214"/>
                      <a:gd name="T72" fmla="*/ 0 w 188"/>
                      <a:gd name="T73" fmla="*/ 0 h 214"/>
                      <a:gd name="T74" fmla="*/ 0 w 188"/>
                      <a:gd name="T75" fmla="*/ 0 h 214"/>
                      <a:gd name="T76" fmla="*/ 0 w 188"/>
                      <a:gd name="T77" fmla="*/ 0 h 214"/>
                      <a:gd name="T78" fmla="*/ 0 w 188"/>
                      <a:gd name="T79" fmla="*/ 0 h 214"/>
                      <a:gd name="T80" fmla="*/ 0 w 188"/>
                      <a:gd name="T81" fmla="*/ 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7" name="Freeform 51"/>
                  <p:cNvSpPr>
                    <a:spLocks/>
                  </p:cNvSpPr>
                  <p:nvPr/>
                </p:nvSpPr>
                <p:spPr bwMode="ltGray">
                  <a:xfrm>
                    <a:off x="2021" y="340"/>
                    <a:ext cx="6" cy="4"/>
                  </a:xfrm>
                  <a:custGeom>
                    <a:avLst/>
                    <a:gdLst>
                      <a:gd name="T0" fmla="*/ 0 w 13"/>
                      <a:gd name="T1" fmla="*/ 0 h 13"/>
                      <a:gd name="T2" fmla="*/ 0 w 13"/>
                      <a:gd name="T3" fmla="*/ 0 h 13"/>
                      <a:gd name="T4" fmla="*/ 0 w 13"/>
                      <a:gd name="T5" fmla="*/ 0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8" name="Freeform 52"/>
                  <p:cNvSpPr>
                    <a:spLocks/>
                  </p:cNvSpPr>
                  <p:nvPr/>
                </p:nvSpPr>
                <p:spPr bwMode="ltGray">
                  <a:xfrm>
                    <a:off x="1573" y="389"/>
                    <a:ext cx="347" cy="189"/>
                  </a:xfrm>
                  <a:custGeom>
                    <a:avLst/>
                    <a:gdLst>
                      <a:gd name="T0" fmla="*/ 0 w 812"/>
                      <a:gd name="T1" fmla="*/ 0 h 564"/>
                      <a:gd name="T2" fmla="*/ 0 w 812"/>
                      <a:gd name="T3" fmla="*/ 0 h 564"/>
                      <a:gd name="T4" fmla="*/ 0 w 812"/>
                      <a:gd name="T5" fmla="*/ 0 h 564"/>
                      <a:gd name="T6" fmla="*/ 0 w 812"/>
                      <a:gd name="T7" fmla="*/ 0 h 564"/>
                      <a:gd name="T8" fmla="*/ 0 w 812"/>
                      <a:gd name="T9" fmla="*/ 0 h 564"/>
                      <a:gd name="T10" fmla="*/ 0 w 812"/>
                      <a:gd name="T11" fmla="*/ 0 h 564"/>
                      <a:gd name="T12" fmla="*/ 0 w 812"/>
                      <a:gd name="T13" fmla="*/ 0 h 564"/>
                      <a:gd name="T14" fmla="*/ 0 w 812"/>
                      <a:gd name="T15" fmla="*/ 0 h 564"/>
                      <a:gd name="T16" fmla="*/ 0 w 812"/>
                      <a:gd name="T17" fmla="*/ 0 h 564"/>
                      <a:gd name="T18" fmla="*/ 0 w 812"/>
                      <a:gd name="T19" fmla="*/ 0 h 564"/>
                      <a:gd name="T20" fmla="*/ 0 w 812"/>
                      <a:gd name="T21" fmla="*/ 0 h 564"/>
                      <a:gd name="T22" fmla="*/ 0 w 812"/>
                      <a:gd name="T23" fmla="*/ 0 h 564"/>
                      <a:gd name="T24" fmla="*/ 0 w 812"/>
                      <a:gd name="T25" fmla="*/ 0 h 564"/>
                      <a:gd name="T26" fmla="*/ 0 w 812"/>
                      <a:gd name="T27" fmla="*/ 0 h 564"/>
                      <a:gd name="T28" fmla="*/ 0 w 812"/>
                      <a:gd name="T29" fmla="*/ 0 h 564"/>
                      <a:gd name="T30" fmla="*/ 0 w 812"/>
                      <a:gd name="T31" fmla="*/ 0 h 564"/>
                      <a:gd name="T32" fmla="*/ 0 w 812"/>
                      <a:gd name="T33" fmla="*/ 0 h 564"/>
                      <a:gd name="T34" fmla="*/ 0 w 812"/>
                      <a:gd name="T35" fmla="*/ 0 h 564"/>
                      <a:gd name="T36" fmla="*/ 0 w 812"/>
                      <a:gd name="T37" fmla="*/ 0 h 564"/>
                      <a:gd name="T38" fmla="*/ 0 w 812"/>
                      <a:gd name="T39" fmla="*/ 0 h 564"/>
                      <a:gd name="T40" fmla="*/ 0 w 812"/>
                      <a:gd name="T41" fmla="*/ 0 h 564"/>
                      <a:gd name="T42" fmla="*/ 0 w 812"/>
                      <a:gd name="T43" fmla="*/ 0 h 564"/>
                      <a:gd name="T44" fmla="*/ 0 w 812"/>
                      <a:gd name="T45" fmla="*/ 0 h 564"/>
                      <a:gd name="T46" fmla="*/ 0 w 812"/>
                      <a:gd name="T47" fmla="*/ 0 h 564"/>
                      <a:gd name="T48" fmla="*/ 0 w 812"/>
                      <a:gd name="T49" fmla="*/ 0 h 564"/>
                      <a:gd name="T50" fmla="*/ 0 w 812"/>
                      <a:gd name="T51" fmla="*/ 0 h 564"/>
                      <a:gd name="T52" fmla="*/ 0 w 812"/>
                      <a:gd name="T53" fmla="*/ 0 h 564"/>
                      <a:gd name="T54" fmla="*/ 0 w 812"/>
                      <a:gd name="T55" fmla="*/ 0 h 564"/>
                      <a:gd name="T56" fmla="*/ 0 w 812"/>
                      <a:gd name="T57" fmla="*/ 0 h 564"/>
                      <a:gd name="T58" fmla="*/ 0 w 812"/>
                      <a:gd name="T59" fmla="*/ 0 h 564"/>
                      <a:gd name="T60" fmla="*/ 0 w 812"/>
                      <a:gd name="T61" fmla="*/ 0 h 564"/>
                      <a:gd name="T62" fmla="*/ 0 w 812"/>
                      <a:gd name="T63" fmla="*/ 0 h 564"/>
                      <a:gd name="T64" fmla="*/ 0 w 812"/>
                      <a:gd name="T65" fmla="*/ 0 h 564"/>
                      <a:gd name="T66" fmla="*/ 0 w 812"/>
                      <a:gd name="T67" fmla="*/ 0 h 564"/>
                      <a:gd name="T68" fmla="*/ 0 w 812"/>
                      <a:gd name="T69" fmla="*/ 0 h 564"/>
                      <a:gd name="T70" fmla="*/ 0 w 812"/>
                      <a:gd name="T71" fmla="*/ 0 h 564"/>
                      <a:gd name="T72" fmla="*/ 0 w 812"/>
                      <a:gd name="T73" fmla="*/ 0 h 564"/>
                      <a:gd name="T74" fmla="*/ 0 w 812"/>
                      <a:gd name="T75" fmla="*/ 0 h 564"/>
                      <a:gd name="T76" fmla="*/ 0 w 812"/>
                      <a:gd name="T77" fmla="*/ 0 h 564"/>
                      <a:gd name="T78" fmla="*/ 0 w 812"/>
                      <a:gd name="T79" fmla="*/ 0 h 564"/>
                      <a:gd name="T80" fmla="*/ 0 w 812"/>
                      <a:gd name="T81" fmla="*/ 0 h 564"/>
                      <a:gd name="T82" fmla="*/ 0 w 812"/>
                      <a:gd name="T83" fmla="*/ 0 h 564"/>
                      <a:gd name="T84" fmla="*/ 0 w 812"/>
                      <a:gd name="T85" fmla="*/ 0 h 564"/>
                      <a:gd name="T86" fmla="*/ 0 w 812"/>
                      <a:gd name="T87" fmla="*/ 0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9" name="Freeform 53"/>
                  <p:cNvSpPr>
                    <a:spLocks/>
                  </p:cNvSpPr>
                  <p:nvPr/>
                </p:nvSpPr>
                <p:spPr bwMode="ltGray">
                  <a:xfrm>
                    <a:off x="1634" y="519"/>
                    <a:ext cx="19" cy="29"/>
                  </a:xfrm>
                  <a:custGeom>
                    <a:avLst/>
                    <a:gdLst>
                      <a:gd name="T0" fmla="*/ 0 w 43"/>
                      <a:gd name="T1" fmla="*/ 0 h 85"/>
                      <a:gd name="T2" fmla="*/ 0 w 43"/>
                      <a:gd name="T3" fmla="*/ 0 h 85"/>
                      <a:gd name="T4" fmla="*/ 0 w 43"/>
                      <a:gd name="T5" fmla="*/ 0 h 85"/>
                      <a:gd name="T6" fmla="*/ 0 w 43"/>
                      <a:gd name="T7" fmla="*/ 0 h 85"/>
                      <a:gd name="T8" fmla="*/ 0 w 43"/>
                      <a:gd name="T9" fmla="*/ 0 h 85"/>
                      <a:gd name="T10" fmla="*/ 0 w 43"/>
                      <a:gd name="T11" fmla="*/ 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0" name="Freeform 54"/>
                  <p:cNvSpPr>
                    <a:spLocks/>
                  </p:cNvSpPr>
                  <p:nvPr/>
                </p:nvSpPr>
                <p:spPr bwMode="ltGray">
                  <a:xfrm>
                    <a:off x="1900" y="421"/>
                    <a:ext cx="18" cy="24"/>
                  </a:xfrm>
                  <a:custGeom>
                    <a:avLst/>
                    <a:gdLst>
                      <a:gd name="T0" fmla="*/ 0 w 44"/>
                      <a:gd name="T1" fmla="*/ 0 h 74"/>
                      <a:gd name="T2" fmla="*/ 0 w 44"/>
                      <a:gd name="T3" fmla="*/ 0 h 74"/>
                      <a:gd name="T4" fmla="*/ 0 w 44"/>
                      <a:gd name="T5" fmla="*/ 0 h 74"/>
                      <a:gd name="T6" fmla="*/ 0 w 44"/>
                      <a:gd name="T7" fmla="*/ 0 h 74"/>
                      <a:gd name="T8" fmla="*/ 0 w 44"/>
                      <a:gd name="T9" fmla="*/ 0 h 74"/>
                      <a:gd name="T10" fmla="*/ 0 w 44"/>
                      <a:gd name="T11" fmla="*/ 0 h 74"/>
                      <a:gd name="T12" fmla="*/ 0 w 44"/>
                      <a:gd name="T13" fmla="*/ 0 h 74"/>
                      <a:gd name="T14" fmla="*/ 0 w 44"/>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1" name="Freeform 55"/>
                  <p:cNvSpPr>
                    <a:spLocks/>
                  </p:cNvSpPr>
                  <p:nvPr/>
                </p:nvSpPr>
                <p:spPr bwMode="ltGray">
                  <a:xfrm>
                    <a:off x="1951" y="409"/>
                    <a:ext cx="9" cy="10"/>
                  </a:xfrm>
                  <a:custGeom>
                    <a:avLst/>
                    <a:gdLst>
                      <a:gd name="T0" fmla="*/ 0 w 20"/>
                      <a:gd name="T1" fmla="*/ 0 h 30"/>
                      <a:gd name="T2" fmla="*/ 0 w 20"/>
                      <a:gd name="T3" fmla="*/ 0 h 30"/>
                      <a:gd name="T4" fmla="*/ 0 w 20"/>
                      <a:gd name="T5" fmla="*/ 0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2" name="Freeform 56"/>
                  <p:cNvSpPr>
                    <a:spLocks/>
                  </p:cNvSpPr>
                  <p:nvPr/>
                </p:nvSpPr>
                <p:spPr bwMode="ltGray">
                  <a:xfrm>
                    <a:off x="1021" y="314"/>
                    <a:ext cx="433" cy="354"/>
                  </a:xfrm>
                  <a:custGeom>
                    <a:avLst/>
                    <a:gdLst>
                      <a:gd name="T0" fmla="*/ 1 w 682"/>
                      <a:gd name="T1" fmla="*/ 1 h 557"/>
                      <a:gd name="T2" fmla="*/ 1 w 682"/>
                      <a:gd name="T3" fmla="*/ 1 h 557"/>
                      <a:gd name="T4" fmla="*/ 1 w 682"/>
                      <a:gd name="T5" fmla="*/ 1 h 557"/>
                      <a:gd name="T6" fmla="*/ 1 w 682"/>
                      <a:gd name="T7" fmla="*/ 1 h 557"/>
                      <a:gd name="T8" fmla="*/ 1 w 682"/>
                      <a:gd name="T9" fmla="*/ 1 h 557"/>
                      <a:gd name="T10" fmla="*/ 1 w 682"/>
                      <a:gd name="T11" fmla="*/ 1 h 557"/>
                      <a:gd name="T12" fmla="*/ 1 w 682"/>
                      <a:gd name="T13" fmla="*/ 1 h 557"/>
                      <a:gd name="T14" fmla="*/ 1 w 682"/>
                      <a:gd name="T15" fmla="*/ 1 h 557"/>
                      <a:gd name="T16" fmla="*/ 1 w 682"/>
                      <a:gd name="T17" fmla="*/ 1 h 557"/>
                      <a:gd name="T18" fmla="*/ 1 w 682"/>
                      <a:gd name="T19" fmla="*/ 1 h 557"/>
                      <a:gd name="T20" fmla="*/ 1 w 682"/>
                      <a:gd name="T21" fmla="*/ 1 h 557"/>
                      <a:gd name="T22" fmla="*/ 1 w 682"/>
                      <a:gd name="T23" fmla="*/ 1 h 557"/>
                      <a:gd name="T24" fmla="*/ 1 w 682"/>
                      <a:gd name="T25" fmla="*/ 1 h 557"/>
                      <a:gd name="T26" fmla="*/ 1 w 682"/>
                      <a:gd name="T27" fmla="*/ 1 h 557"/>
                      <a:gd name="T28" fmla="*/ 1 w 682"/>
                      <a:gd name="T29" fmla="*/ 1 h 557"/>
                      <a:gd name="T30" fmla="*/ 1 w 682"/>
                      <a:gd name="T31" fmla="*/ 1 h 557"/>
                      <a:gd name="T32" fmla="*/ 1 w 682"/>
                      <a:gd name="T33" fmla="*/ 1 h 557"/>
                      <a:gd name="T34" fmla="*/ 0 w 682"/>
                      <a:gd name="T35" fmla="*/ 1 h 557"/>
                      <a:gd name="T36" fmla="*/ 1 w 682"/>
                      <a:gd name="T37" fmla="*/ 1 h 557"/>
                      <a:gd name="T38" fmla="*/ 1 w 682"/>
                      <a:gd name="T39" fmla="*/ 1 h 557"/>
                      <a:gd name="T40" fmla="*/ 1 w 682"/>
                      <a:gd name="T41" fmla="*/ 1 h 557"/>
                      <a:gd name="T42" fmla="*/ 1 w 682"/>
                      <a:gd name="T43" fmla="*/ 1 h 557"/>
                      <a:gd name="T44" fmla="*/ 1 w 682"/>
                      <a:gd name="T45" fmla="*/ 1 h 557"/>
                      <a:gd name="T46" fmla="*/ 1 w 682"/>
                      <a:gd name="T47" fmla="*/ 1 h 557"/>
                      <a:gd name="T48" fmla="*/ 1 w 682"/>
                      <a:gd name="T49" fmla="*/ 1 h 557"/>
                      <a:gd name="T50" fmla="*/ 1 w 682"/>
                      <a:gd name="T51" fmla="*/ 1 h 557"/>
                      <a:gd name="T52" fmla="*/ 1 w 682"/>
                      <a:gd name="T53" fmla="*/ 0 h 557"/>
                      <a:gd name="T54" fmla="*/ 1 w 682"/>
                      <a:gd name="T55" fmla="*/ 1 h 557"/>
                      <a:gd name="T56" fmla="*/ 1 w 682"/>
                      <a:gd name="T57" fmla="*/ 1 h 557"/>
                      <a:gd name="T58" fmla="*/ 1 w 682"/>
                      <a:gd name="T59" fmla="*/ 1 h 557"/>
                      <a:gd name="T60" fmla="*/ 1 w 682"/>
                      <a:gd name="T61" fmla="*/ 1 h 557"/>
                      <a:gd name="T62" fmla="*/ 1 w 682"/>
                      <a:gd name="T63" fmla="*/ 1 h 557"/>
                      <a:gd name="T64" fmla="*/ 1 w 682"/>
                      <a:gd name="T65" fmla="*/ 1 h 557"/>
                      <a:gd name="T66" fmla="*/ 1 w 682"/>
                      <a:gd name="T67" fmla="*/ 1 h 557"/>
                      <a:gd name="T68" fmla="*/ 1 w 682"/>
                      <a:gd name="T69" fmla="*/ 1 h 557"/>
                      <a:gd name="T70" fmla="*/ 1 w 682"/>
                      <a:gd name="T71" fmla="*/ 1 h 557"/>
                      <a:gd name="T72" fmla="*/ 1 w 682"/>
                      <a:gd name="T73" fmla="*/ 1 h 557"/>
                      <a:gd name="T74" fmla="*/ 1 w 682"/>
                      <a:gd name="T75" fmla="*/ 1 h 557"/>
                      <a:gd name="T76" fmla="*/ 1 w 682"/>
                      <a:gd name="T77" fmla="*/ 1 h 557"/>
                      <a:gd name="T78" fmla="*/ 1 w 682"/>
                      <a:gd name="T79" fmla="*/ 1 h 557"/>
                      <a:gd name="T80" fmla="*/ 1 w 682"/>
                      <a:gd name="T81" fmla="*/ 1 h 557"/>
                      <a:gd name="T82" fmla="*/ 1 w 682"/>
                      <a:gd name="T83" fmla="*/ 1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3" name="Freeform 57"/>
                  <p:cNvSpPr>
                    <a:spLocks/>
                  </p:cNvSpPr>
                  <p:nvPr/>
                </p:nvSpPr>
                <p:spPr bwMode="ltGray">
                  <a:xfrm>
                    <a:off x="1189" y="447"/>
                    <a:ext cx="163" cy="221"/>
                  </a:xfrm>
                  <a:custGeom>
                    <a:avLst/>
                    <a:gdLst>
                      <a:gd name="T0" fmla="*/ 1 w 257"/>
                      <a:gd name="T1" fmla="*/ 1 h 347"/>
                      <a:gd name="T2" fmla="*/ 1 w 257"/>
                      <a:gd name="T3" fmla="*/ 1 h 347"/>
                      <a:gd name="T4" fmla="*/ 1 w 257"/>
                      <a:gd name="T5" fmla="*/ 1 h 347"/>
                      <a:gd name="T6" fmla="*/ 1 w 257"/>
                      <a:gd name="T7" fmla="*/ 1 h 347"/>
                      <a:gd name="T8" fmla="*/ 1 w 257"/>
                      <a:gd name="T9" fmla="*/ 1 h 347"/>
                      <a:gd name="T10" fmla="*/ 1 w 257"/>
                      <a:gd name="T11" fmla="*/ 1 h 347"/>
                      <a:gd name="T12" fmla="*/ 1 w 257"/>
                      <a:gd name="T13" fmla="*/ 1 h 347"/>
                      <a:gd name="T14" fmla="*/ 1 w 257"/>
                      <a:gd name="T15" fmla="*/ 1 h 347"/>
                      <a:gd name="T16" fmla="*/ 1 w 257"/>
                      <a:gd name="T17" fmla="*/ 1 h 347"/>
                      <a:gd name="T18" fmla="*/ 1 w 257"/>
                      <a:gd name="T19" fmla="*/ 1 h 347"/>
                      <a:gd name="T20" fmla="*/ 1 w 257"/>
                      <a:gd name="T21" fmla="*/ 1 h 347"/>
                      <a:gd name="T22" fmla="*/ 1 w 257"/>
                      <a:gd name="T23" fmla="*/ 1 h 347"/>
                      <a:gd name="T24" fmla="*/ 1 w 257"/>
                      <a:gd name="T25" fmla="*/ 1 h 347"/>
                      <a:gd name="T26" fmla="*/ 0 w 257"/>
                      <a:gd name="T27" fmla="*/ 1 h 347"/>
                      <a:gd name="T28" fmla="*/ 1 w 257"/>
                      <a:gd name="T29" fmla="*/ 1 h 347"/>
                      <a:gd name="T30" fmla="*/ 1 w 257"/>
                      <a:gd name="T31" fmla="*/ 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4" name="Freeform 58"/>
                  <p:cNvSpPr>
                    <a:spLocks/>
                  </p:cNvSpPr>
                  <p:nvPr/>
                </p:nvSpPr>
                <p:spPr bwMode="ltGray">
                  <a:xfrm>
                    <a:off x="1476" y="611"/>
                    <a:ext cx="7" cy="12"/>
                  </a:xfrm>
                  <a:custGeom>
                    <a:avLst/>
                    <a:gdLst>
                      <a:gd name="T0" fmla="*/ 0 w 19"/>
                      <a:gd name="T1" fmla="*/ 0 h 37"/>
                      <a:gd name="T2" fmla="*/ 0 w 19"/>
                      <a:gd name="T3" fmla="*/ 0 h 37"/>
                      <a:gd name="T4" fmla="*/ 0 w 19"/>
                      <a:gd name="T5" fmla="*/ 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5" name="Freeform 59"/>
                  <p:cNvSpPr>
                    <a:spLocks/>
                  </p:cNvSpPr>
                  <p:nvPr/>
                </p:nvSpPr>
                <p:spPr bwMode="ltGray">
                  <a:xfrm>
                    <a:off x="1467" y="497"/>
                    <a:ext cx="9" cy="7"/>
                  </a:xfrm>
                  <a:custGeom>
                    <a:avLst/>
                    <a:gdLst>
                      <a:gd name="T0" fmla="*/ 0 w 22"/>
                      <a:gd name="T1" fmla="*/ 0 h 20"/>
                      <a:gd name="T2" fmla="*/ 0 w 22"/>
                      <a:gd name="T3" fmla="*/ 0 h 20"/>
                      <a:gd name="T4" fmla="*/ 0 w 22"/>
                      <a:gd name="T5" fmla="*/ 0 h 20"/>
                      <a:gd name="T6" fmla="*/ 0 w 22"/>
                      <a:gd name="T7" fmla="*/ 0 h 20"/>
                      <a:gd name="T8" fmla="*/ 0 w 22"/>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6" name="Freeform 60"/>
                  <p:cNvSpPr>
                    <a:spLocks/>
                  </p:cNvSpPr>
                  <p:nvPr/>
                </p:nvSpPr>
                <p:spPr bwMode="ltGray">
                  <a:xfrm>
                    <a:off x="1072" y="357"/>
                    <a:ext cx="25" cy="10"/>
                  </a:xfrm>
                  <a:custGeom>
                    <a:avLst/>
                    <a:gdLst>
                      <a:gd name="T0" fmla="*/ 0 w 57"/>
                      <a:gd name="T1" fmla="*/ 0 h 30"/>
                      <a:gd name="T2" fmla="*/ 0 w 57"/>
                      <a:gd name="T3" fmla="*/ 0 h 30"/>
                      <a:gd name="T4" fmla="*/ 0 w 57"/>
                      <a:gd name="T5" fmla="*/ 0 h 30"/>
                      <a:gd name="T6" fmla="*/ 0 w 57"/>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7" name="Freeform 61"/>
                  <p:cNvSpPr>
                    <a:spLocks/>
                  </p:cNvSpPr>
                  <p:nvPr/>
                </p:nvSpPr>
                <p:spPr bwMode="ltGray">
                  <a:xfrm>
                    <a:off x="1374" y="265"/>
                    <a:ext cx="295" cy="233"/>
                  </a:xfrm>
                  <a:custGeom>
                    <a:avLst/>
                    <a:gdLst>
                      <a:gd name="T0" fmla="*/ 0 w 693"/>
                      <a:gd name="T1" fmla="*/ 0 h 696"/>
                      <a:gd name="T2" fmla="*/ 0 w 693"/>
                      <a:gd name="T3" fmla="*/ 0 h 696"/>
                      <a:gd name="T4" fmla="*/ 0 w 693"/>
                      <a:gd name="T5" fmla="*/ 0 h 696"/>
                      <a:gd name="T6" fmla="*/ 0 w 693"/>
                      <a:gd name="T7" fmla="*/ 0 h 696"/>
                      <a:gd name="T8" fmla="*/ 0 w 693"/>
                      <a:gd name="T9" fmla="*/ 0 h 696"/>
                      <a:gd name="T10" fmla="*/ 0 w 693"/>
                      <a:gd name="T11" fmla="*/ 0 h 696"/>
                      <a:gd name="T12" fmla="*/ 0 w 693"/>
                      <a:gd name="T13" fmla="*/ 0 h 696"/>
                      <a:gd name="T14" fmla="*/ 0 w 693"/>
                      <a:gd name="T15" fmla="*/ 0 h 696"/>
                      <a:gd name="T16" fmla="*/ 0 w 693"/>
                      <a:gd name="T17" fmla="*/ 0 h 696"/>
                      <a:gd name="T18" fmla="*/ 0 w 693"/>
                      <a:gd name="T19" fmla="*/ 0 h 696"/>
                      <a:gd name="T20" fmla="*/ 0 w 693"/>
                      <a:gd name="T21" fmla="*/ 0 h 696"/>
                      <a:gd name="T22" fmla="*/ 0 w 693"/>
                      <a:gd name="T23" fmla="*/ 0 h 696"/>
                      <a:gd name="T24" fmla="*/ 0 w 693"/>
                      <a:gd name="T25" fmla="*/ 0 h 696"/>
                      <a:gd name="T26" fmla="*/ 0 w 693"/>
                      <a:gd name="T27" fmla="*/ 0 h 696"/>
                      <a:gd name="T28" fmla="*/ 0 w 693"/>
                      <a:gd name="T29" fmla="*/ 0 h 696"/>
                      <a:gd name="T30" fmla="*/ 0 w 693"/>
                      <a:gd name="T31" fmla="*/ 0 h 696"/>
                      <a:gd name="T32" fmla="*/ 0 w 693"/>
                      <a:gd name="T33" fmla="*/ 0 h 696"/>
                      <a:gd name="T34" fmla="*/ 0 w 693"/>
                      <a:gd name="T35" fmla="*/ 0 h 696"/>
                      <a:gd name="T36" fmla="*/ 0 w 693"/>
                      <a:gd name="T37" fmla="*/ 0 h 696"/>
                      <a:gd name="T38" fmla="*/ 0 w 693"/>
                      <a:gd name="T39" fmla="*/ 0 h 696"/>
                      <a:gd name="T40" fmla="*/ 0 w 693"/>
                      <a:gd name="T41" fmla="*/ 0 h 696"/>
                      <a:gd name="T42" fmla="*/ 0 w 693"/>
                      <a:gd name="T43" fmla="*/ 0 h 696"/>
                      <a:gd name="T44" fmla="*/ 0 w 693"/>
                      <a:gd name="T45" fmla="*/ 0 h 696"/>
                      <a:gd name="T46" fmla="*/ 0 w 693"/>
                      <a:gd name="T47" fmla="*/ 0 h 696"/>
                      <a:gd name="T48" fmla="*/ 0 w 693"/>
                      <a:gd name="T49" fmla="*/ 0 h 696"/>
                      <a:gd name="T50" fmla="*/ 0 w 693"/>
                      <a:gd name="T51" fmla="*/ 0 h 696"/>
                      <a:gd name="T52" fmla="*/ 0 w 693"/>
                      <a:gd name="T53" fmla="*/ 0 h 696"/>
                      <a:gd name="T54" fmla="*/ 0 w 693"/>
                      <a:gd name="T55" fmla="*/ 0 h 696"/>
                      <a:gd name="T56" fmla="*/ 0 w 693"/>
                      <a:gd name="T57" fmla="*/ 0 h 696"/>
                      <a:gd name="T58" fmla="*/ 0 w 693"/>
                      <a:gd name="T59" fmla="*/ 0 h 696"/>
                      <a:gd name="T60" fmla="*/ 0 w 693"/>
                      <a:gd name="T61" fmla="*/ 0 h 696"/>
                      <a:gd name="T62" fmla="*/ 0 w 693"/>
                      <a:gd name="T63" fmla="*/ 0 h 696"/>
                      <a:gd name="T64" fmla="*/ 0 w 693"/>
                      <a:gd name="T65" fmla="*/ 0 h 696"/>
                      <a:gd name="T66" fmla="*/ 0 w 693"/>
                      <a:gd name="T67" fmla="*/ 0 h 696"/>
                      <a:gd name="T68" fmla="*/ 0 w 693"/>
                      <a:gd name="T69" fmla="*/ 0 h 696"/>
                      <a:gd name="T70" fmla="*/ 0 w 693"/>
                      <a:gd name="T71" fmla="*/ 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8" name="Freeform 62"/>
                  <p:cNvSpPr>
                    <a:spLocks/>
                  </p:cNvSpPr>
                  <p:nvPr/>
                </p:nvSpPr>
                <p:spPr bwMode="ltGray">
                  <a:xfrm>
                    <a:off x="1173" y="247"/>
                    <a:ext cx="591" cy="95"/>
                  </a:xfrm>
                  <a:custGeom>
                    <a:avLst/>
                    <a:gdLst>
                      <a:gd name="T0" fmla="*/ 1 w 931"/>
                      <a:gd name="T1" fmla="*/ 0 h 149"/>
                      <a:gd name="T2" fmla="*/ 1 w 931"/>
                      <a:gd name="T3" fmla="*/ 1 h 149"/>
                      <a:gd name="T4" fmla="*/ 1 w 931"/>
                      <a:gd name="T5" fmla="*/ 1 h 149"/>
                      <a:gd name="T6" fmla="*/ 1 w 931"/>
                      <a:gd name="T7" fmla="*/ 1 h 149"/>
                      <a:gd name="T8" fmla="*/ 1 w 931"/>
                      <a:gd name="T9" fmla="*/ 1 h 149"/>
                      <a:gd name="T10" fmla="*/ 0 w 931"/>
                      <a:gd name="T11" fmla="*/ 1 h 149"/>
                      <a:gd name="T12" fmla="*/ 1 w 931"/>
                      <a:gd name="T13" fmla="*/ 1 h 149"/>
                      <a:gd name="T14" fmla="*/ 1 w 931"/>
                      <a:gd name="T15" fmla="*/ 1 h 149"/>
                      <a:gd name="T16" fmla="*/ 1 w 931"/>
                      <a:gd name="T17" fmla="*/ 1 h 149"/>
                      <a:gd name="T18" fmla="*/ 1 w 931"/>
                      <a:gd name="T19" fmla="*/ 1 h 149"/>
                      <a:gd name="T20" fmla="*/ 1 w 931"/>
                      <a:gd name="T21" fmla="*/ 1 h 149"/>
                      <a:gd name="T22" fmla="*/ 1 w 931"/>
                      <a:gd name="T23" fmla="*/ 1 h 149"/>
                      <a:gd name="T24" fmla="*/ 1 w 931"/>
                      <a:gd name="T25" fmla="*/ 1 h 149"/>
                      <a:gd name="T26" fmla="*/ 1 w 931"/>
                      <a:gd name="T27" fmla="*/ 1 h 149"/>
                      <a:gd name="T28" fmla="*/ 1 w 931"/>
                      <a:gd name="T29" fmla="*/ 1 h 149"/>
                      <a:gd name="T30" fmla="*/ 1 w 931"/>
                      <a:gd name="T31" fmla="*/ 1 h 149"/>
                      <a:gd name="T32" fmla="*/ 1 w 931"/>
                      <a:gd name="T33" fmla="*/ 1 h 149"/>
                      <a:gd name="T34" fmla="*/ 1 w 931"/>
                      <a:gd name="T35" fmla="*/ 1 h 149"/>
                      <a:gd name="T36" fmla="*/ 1 w 931"/>
                      <a:gd name="T37" fmla="*/ 1 h 149"/>
                      <a:gd name="T38" fmla="*/ 1 w 931"/>
                      <a:gd name="T39" fmla="*/ 1 h 149"/>
                      <a:gd name="T40" fmla="*/ 1 w 931"/>
                      <a:gd name="T41" fmla="*/ 1 h 149"/>
                      <a:gd name="T42" fmla="*/ 1 w 931"/>
                      <a:gd name="T43" fmla="*/ 1 h 149"/>
                      <a:gd name="T44" fmla="*/ 1 w 931"/>
                      <a:gd name="T45" fmla="*/ 1 h 149"/>
                      <a:gd name="T46" fmla="*/ 1 w 931"/>
                      <a:gd name="T47" fmla="*/ 1 h 149"/>
                      <a:gd name="T48" fmla="*/ 1 w 931"/>
                      <a:gd name="T49" fmla="*/ 1 h 149"/>
                      <a:gd name="T50" fmla="*/ 1 w 931"/>
                      <a:gd name="T51" fmla="*/ 1 h 149"/>
                      <a:gd name="T52" fmla="*/ 1 w 931"/>
                      <a:gd name="T53" fmla="*/ 1 h 149"/>
                      <a:gd name="T54" fmla="*/ 1 w 931"/>
                      <a:gd name="T55" fmla="*/ 1 h 149"/>
                      <a:gd name="T56" fmla="*/ 1 w 931"/>
                      <a:gd name="T57" fmla="*/ 1 h 149"/>
                      <a:gd name="T58" fmla="*/ 1 w 931"/>
                      <a:gd name="T59" fmla="*/ 1 h 149"/>
                      <a:gd name="T60" fmla="*/ 1 w 931"/>
                      <a:gd name="T61" fmla="*/ 1 h 149"/>
                      <a:gd name="T62" fmla="*/ 1 w 931"/>
                      <a:gd name="T63" fmla="*/ 1 h 149"/>
                      <a:gd name="T64" fmla="*/ 1 w 931"/>
                      <a:gd name="T65" fmla="*/ 1 h 149"/>
                      <a:gd name="T66" fmla="*/ 1 w 931"/>
                      <a:gd name="T67" fmla="*/ 1 h 149"/>
                      <a:gd name="T68" fmla="*/ 1 w 931"/>
                      <a:gd name="T69" fmla="*/ 1 h 149"/>
                      <a:gd name="T70" fmla="*/ 1 w 931"/>
                      <a:gd name="T71" fmla="*/ 1 h 149"/>
                      <a:gd name="T72" fmla="*/ 1 w 931"/>
                      <a:gd name="T73" fmla="*/ 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9" name="Freeform 63"/>
                  <p:cNvSpPr>
                    <a:spLocks/>
                  </p:cNvSpPr>
                  <p:nvPr/>
                </p:nvSpPr>
                <p:spPr bwMode="ltGray">
                  <a:xfrm>
                    <a:off x="1293" y="282"/>
                    <a:ext cx="13" cy="10"/>
                  </a:xfrm>
                  <a:custGeom>
                    <a:avLst/>
                    <a:gdLst>
                      <a:gd name="T0" fmla="*/ 0 w 31"/>
                      <a:gd name="T1" fmla="*/ 0 h 30"/>
                      <a:gd name="T2" fmla="*/ 0 w 31"/>
                      <a:gd name="T3" fmla="*/ 0 h 30"/>
                      <a:gd name="T4" fmla="*/ 0 w 31"/>
                      <a:gd name="T5" fmla="*/ 0 h 30"/>
                      <a:gd name="T6" fmla="*/ 0 w 31"/>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0" name="Freeform 64"/>
                  <p:cNvSpPr>
                    <a:spLocks/>
                  </p:cNvSpPr>
                  <p:nvPr/>
                </p:nvSpPr>
                <p:spPr bwMode="ltGray">
                  <a:xfrm>
                    <a:off x="1278" y="296"/>
                    <a:ext cx="19" cy="11"/>
                  </a:xfrm>
                  <a:custGeom>
                    <a:avLst/>
                    <a:gdLst>
                      <a:gd name="T0" fmla="*/ 0 w 44"/>
                      <a:gd name="T1" fmla="*/ 0 h 32"/>
                      <a:gd name="T2" fmla="*/ 0 w 44"/>
                      <a:gd name="T3" fmla="*/ 0 h 32"/>
                      <a:gd name="T4" fmla="*/ 0 w 44"/>
                      <a:gd name="T5" fmla="*/ 0 h 32"/>
                      <a:gd name="T6" fmla="*/ 0 w 44"/>
                      <a:gd name="T7" fmla="*/ 0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1" name="Freeform 65"/>
                  <p:cNvSpPr>
                    <a:spLocks/>
                  </p:cNvSpPr>
                  <p:nvPr/>
                </p:nvSpPr>
                <p:spPr bwMode="ltGray">
                  <a:xfrm>
                    <a:off x="1340" y="337"/>
                    <a:ext cx="32" cy="6"/>
                  </a:xfrm>
                  <a:custGeom>
                    <a:avLst/>
                    <a:gdLst>
                      <a:gd name="T0" fmla="*/ 0 w 76"/>
                      <a:gd name="T1" fmla="*/ 0 h 18"/>
                      <a:gd name="T2" fmla="*/ 0 w 76"/>
                      <a:gd name="T3" fmla="*/ 0 h 18"/>
                      <a:gd name="T4" fmla="*/ 0 w 76"/>
                      <a:gd name="T5" fmla="*/ 0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2" name="Freeform 66"/>
                  <p:cNvSpPr>
                    <a:spLocks/>
                  </p:cNvSpPr>
                  <p:nvPr/>
                </p:nvSpPr>
                <p:spPr bwMode="ltGray">
                  <a:xfrm>
                    <a:off x="1395" y="336"/>
                    <a:ext cx="18" cy="15"/>
                  </a:xfrm>
                  <a:custGeom>
                    <a:avLst/>
                    <a:gdLst>
                      <a:gd name="T0" fmla="*/ 0 w 42"/>
                      <a:gd name="T1" fmla="*/ 0 h 44"/>
                      <a:gd name="T2" fmla="*/ 0 w 42"/>
                      <a:gd name="T3" fmla="*/ 0 h 44"/>
                      <a:gd name="T4" fmla="*/ 0 w 42"/>
                      <a:gd name="T5" fmla="*/ 0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3" name="Freeform 67"/>
                  <p:cNvSpPr>
                    <a:spLocks/>
                  </p:cNvSpPr>
                  <p:nvPr/>
                </p:nvSpPr>
                <p:spPr bwMode="ltGray">
                  <a:xfrm>
                    <a:off x="1248" y="295"/>
                    <a:ext cx="14" cy="10"/>
                  </a:xfrm>
                  <a:custGeom>
                    <a:avLst/>
                    <a:gdLst>
                      <a:gd name="T0" fmla="*/ 0 w 31"/>
                      <a:gd name="T1" fmla="*/ 0 h 30"/>
                      <a:gd name="T2" fmla="*/ 0 w 31"/>
                      <a:gd name="T3" fmla="*/ 0 h 30"/>
                      <a:gd name="T4" fmla="*/ 0 w 31"/>
                      <a:gd name="T5" fmla="*/ 0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grpSp>
              <p:nvGrpSpPr>
                <p:cNvPr id="1085" name="Group 68"/>
                <p:cNvGrpSpPr>
                  <a:grpSpLocks/>
                </p:cNvGrpSpPr>
                <p:nvPr/>
              </p:nvGrpSpPr>
              <p:grpSpPr bwMode="auto">
                <a:xfrm>
                  <a:off x="3709" y="240"/>
                  <a:ext cx="1139" cy="429"/>
                  <a:chOff x="3709" y="240"/>
                  <a:chExt cx="1139" cy="429"/>
                </a:xfrm>
              </p:grpSpPr>
              <p:sp>
                <p:nvSpPr>
                  <p:cNvPr id="1086" name="Freeform 69"/>
                  <p:cNvSpPr>
                    <a:spLocks/>
                  </p:cNvSpPr>
                  <p:nvPr/>
                </p:nvSpPr>
                <p:spPr bwMode="ltGray">
                  <a:xfrm>
                    <a:off x="4808" y="616"/>
                    <a:ext cx="13" cy="14"/>
                  </a:xfrm>
                  <a:custGeom>
                    <a:avLst/>
                    <a:gdLst>
                      <a:gd name="T0" fmla="*/ 0 w 30"/>
                      <a:gd name="T1" fmla="*/ 0 h 42"/>
                      <a:gd name="T2" fmla="*/ 0 w 30"/>
                      <a:gd name="T3" fmla="*/ 0 h 42"/>
                      <a:gd name="T4" fmla="*/ 0 w 30"/>
                      <a:gd name="T5" fmla="*/ 0 h 42"/>
                      <a:gd name="T6" fmla="*/ 0 w 30"/>
                      <a:gd name="T7" fmla="*/ 0 h 42"/>
                      <a:gd name="T8" fmla="*/ 0 w 30"/>
                      <a:gd name="T9" fmla="*/ 0 h 42"/>
                      <a:gd name="T10" fmla="*/ 0 w 30"/>
                      <a:gd name="T11" fmla="*/ 0 h 42"/>
                      <a:gd name="T12" fmla="*/ 0 w 30"/>
                      <a:gd name="T13" fmla="*/ 0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7" name="Freeform 70"/>
                  <p:cNvSpPr>
                    <a:spLocks/>
                  </p:cNvSpPr>
                  <p:nvPr/>
                </p:nvSpPr>
                <p:spPr bwMode="ltGray">
                  <a:xfrm>
                    <a:off x="4655" y="629"/>
                    <a:ext cx="11" cy="5"/>
                  </a:xfrm>
                  <a:custGeom>
                    <a:avLst/>
                    <a:gdLst>
                      <a:gd name="T0" fmla="*/ 0 w 25"/>
                      <a:gd name="T1" fmla="*/ 0 h 16"/>
                      <a:gd name="T2" fmla="*/ 0 w 25"/>
                      <a:gd name="T3" fmla="*/ 0 h 16"/>
                      <a:gd name="T4" fmla="*/ 0 w 25"/>
                      <a:gd name="T5" fmla="*/ 0 h 16"/>
                      <a:gd name="T6" fmla="*/ 0 w 25"/>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8" name="Freeform 71"/>
                  <p:cNvSpPr>
                    <a:spLocks/>
                  </p:cNvSpPr>
                  <p:nvPr/>
                </p:nvSpPr>
                <p:spPr bwMode="ltGray">
                  <a:xfrm>
                    <a:off x="4609" y="635"/>
                    <a:ext cx="28" cy="16"/>
                  </a:xfrm>
                  <a:custGeom>
                    <a:avLst/>
                    <a:gdLst>
                      <a:gd name="T0" fmla="*/ 0 w 65"/>
                      <a:gd name="T1" fmla="*/ 0 h 46"/>
                      <a:gd name="T2" fmla="*/ 0 w 65"/>
                      <a:gd name="T3" fmla="*/ 0 h 46"/>
                      <a:gd name="T4" fmla="*/ 0 w 65"/>
                      <a:gd name="T5" fmla="*/ 0 h 46"/>
                      <a:gd name="T6" fmla="*/ 0 w 65"/>
                      <a:gd name="T7" fmla="*/ 0 h 46"/>
                      <a:gd name="T8" fmla="*/ 0 w 65"/>
                      <a:gd name="T9" fmla="*/ 0 h 46"/>
                      <a:gd name="T10" fmla="*/ 0 w 65"/>
                      <a:gd name="T11" fmla="*/ 0 h 46"/>
                      <a:gd name="T12" fmla="*/ 0 w 65"/>
                      <a:gd name="T13" fmla="*/ 0 h 46"/>
                      <a:gd name="T14" fmla="*/ 0 w 65"/>
                      <a:gd name="T15" fmla="*/ 0 h 46"/>
                      <a:gd name="T16" fmla="*/ 0 w 65"/>
                      <a:gd name="T17" fmla="*/ 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9" name="Freeform 72"/>
                  <p:cNvSpPr>
                    <a:spLocks/>
                  </p:cNvSpPr>
                  <p:nvPr/>
                </p:nvSpPr>
                <p:spPr bwMode="ltGray">
                  <a:xfrm>
                    <a:off x="4580" y="634"/>
                    <a:ext cx="29" cy="16"/>
                  </a:xfrm>
                  <a:custGeom>
                    <a:avLst/>
                    <a:gdLst>
                      <a:gd name="T0" fmla="*/ 0 w 69"/>
                      <a:gd name="T1" fmla="*/ 0 h 47"/>
                      <a:gd name="T2" fmla="*/ 0 w 69"/>
                      <a:gd name="T3" fmla="*/ 0 h 47"/>
                      <a:gd name="T4" fmla="*/ 0 w 69"/>
                      <a:gd name="T5" fmla="*/ 0 h 47"/>
                      <a:gd name="T6" fmla="*/ 0 w 69"/>
                      <a:gd name="T7" fmla="*/ 0 h 47"/>
                      <a:gd name="T8" fmla="*/ 0 w 69"/>
                      <a:gd name="T9" fmla="*/ 0 h 47"/>
                      <a:gd name="T10" fmla="*/ 0 w 69"/>
                      <a:gd name="T11" fmla="*/ 0 h 47"/>
                      <a:gd name="T12" fmla="*/ 0 w 69"/>
                      <a:gd name="T13" fmla="*/ 0 h 47"/>
                      <a:gd name="T14" fmla="*/ 0 w 69"/>
                      <a:gd name="T15" fmla="*/ 0 h 47"/>
                      <a:gd name="T16" fmla="*/ 0 w 69"/>
                      <a:gd name="T17" fmla="*/ 0 h 47"/>
                      <a:gd name="T18" fmla="*/ 0 w 69"/>
                      <a:gd name="T19" fmla="*/ 0 h 47"/>
                      <a:gd name="T20" fmla="*/ 0 w 69"/>
                      <a:gd name="T21" fmla="*/ 0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0" name="Freeform 73"/>
                  <p:cNvSpPr>
                    <a:spLocks/>
                  </p:cNvSpPr>
                  <p:nvPr/>
                </p:nvSpPr>
                <p:spPr bwMode="ltGray">
                  <a:xfrm>
                    <a:off x="4423" y="547"/>
                    <a:ext cx="151" cy="93"/>
                  </a:xfrm>
                  <a:custGeom>
                    <a:avLst/>
                    <a:gdLst>
                      <a:gd name="T0" fmla="*/ 0 w 355"/>
                      <a:gd name="T1" fmla="*/ 0 h 277"/>
                      <a:gd name="T2" fmla="*/ 0 w 355"/>
                      <a:gd name="T3" fmla="*/ 0 h 277"/>
                      <a:gd name="T4" fmla="*/ 0 w 355"/>
                      <a:gd name="T5" fmla="*/ 0 h 277"/>
                      <a:gd name="T6" fmla="*/ 0 w 355"/>
                      <a:gd name="T7" fmla="*/ 0 h 277"/>
                      <a:gd name="T8" fmla="*/ 0 w 355"/>
                      <a:gd name="T9" fmla="*/ 0 h 277"/>
                      <a:gd name="T10" fmla="*/ 0 w 355"/>
                      <a:gd name="T11" fmla="*/ 0 h 277"/>
                      <a:gd name="T12" fmla="*/ 0 w 355"/>
                      <a:gd name="T13" fmla="*/ 0 h 277"/>
                      <a:gd name="T14" fmla="*/ 0 w 355"/>
                      <a:gd name="T15" fmla="*/ 0 h 277"/>
                      <a:gd name="T16" fmla="*/ 0 w 355"/>
                      <a:gd name="T17" fmla="*/ 0 h 277"/>
                      <a:gd name="T18" fmla="*/ 0 w 355"/>
                      <a:gd name="T19" fmla="*/ 0 h 277"/>
                      <a:gd name="T20" fmla="*/ 0 w 355"/>
                      <a:gd name="T21" fmla="*/ 0 h 277"/>
                      <a:gd name="T22" fmla="*/ 0 w 355"/>
                      <a:gd name="T23" fmla="*/ 0 h 277"/>
                      <a:gd name="T24" fmla="*/ 0 w 355"/>
                      <a:gd name="T25" fmla="*/ 0 h 277"/>
                      <a:gd name="T26" fmla="*/ 0 w 355"/>
                      <a:gd name="T27" fmla="*/ 0 h 277"/>
                      <a:gd name="T28" fmla="*/ 0 w 355"/>
                      <a:gd name="T29" fmla="*/ 0 h 277"/>
                      <a:gd name="T30" fmla="*/ 0 w 355"/>
                      <a:gd name="T31" fmla="*/ 0 h 277"/>
                      <a:gd name="T32" fmla="*/ 0 w 355"/>
                      <a:gd name="T33" fmla="*/ 0 h 277"/>
                      <a:gd name="T34" fmla="*/ 0 w 355"/>
                      <a:gd name="T35" fmla="*/ 0 h 277"/>
                      <a:gd name="T36" fmla="*/ 0 w 355"/>
                      <a:gd name="T37" fmla="*/ 0 h 277"/>
                      <a:gd name="T38" fmla="*/ 0 w 355"/>
                      <a:gd name="T39" fmla="*/ 0 h 277"/>
                      <a:gd name="T40" fmla="*/ 0 w 355"/>
                      <a:gd name="T41" fmla="*/ 0 h 277"/>
                      <a:gd name="T42" fmla="*/ 0 w 355"/>
                      <a:gd name="T43" fmla="*/ 0 h 277"/>
                      <a:gd name="T44" fmla="*/ 0 w 355"/>
                      <a:gd name="T45" fmla="*/ 0 h 277"/>
                      <a:gd name="T46" fmla="*/ 0 w 355"/>
                      <a:gd name="T47" fmla="*/ 0 h 277"/>
                      <a:gd name="T48" fmla="*/ 0 w 355"/>
                      <a:gd name="T49" fmla="*/ 0 h 277"/>
                      <a:gd name="T50" fmla="*/ 0 w 355"/>
                      <a:gd name="T51" fmla="*/ 0 h 277"/>
                      <a:gd name="T52" fmla="*/ 0 w 355"/>
                      <a:gd name="T53" fmla="*/ 0 h 277"/>
                      <a:gd name="T54" fmla="*/ 0 w 355"/>
                      <a:gd name="T55" fmla="*/ 0 h 277"/>
                      <a:gd name="T56" fmla="*/ 0 w 355"/>
                      <a:gd name="T57" fmla="*/ 0 h 277"/>
                      <a:gd name="T58" fmla="*/ 0 w 355"/>
                      <a:gd name="T59" fmla="*/ 0 h 277"/>
                      <a:gd name="T60" fmla="*/ 0 w 355"/>
                      <a:gd name="T61" fmla="*/ 0 h 277"/>
                      <a:gd name="T62" fmla="*/ 0 w 355"/>
                      <a:gd name="T63" fmla="*/ 0 h 277"/>
                      <a:gd name="T64" fmla="*/ 0 w 355"/>
                      <a:gd name="T65" fmla="*/ 0 h 277"/>
                      <a:gd name="T66" fmla="*/ 0 w 355"/>
                      <a:gd name="T67" fmla="*/ 0 h 277"/>
                      <a:gd name="T68" fmla="*/ 0 w 355"/>
                      <a:gd name="T69" fmla="*/ 0 h 277"/>
                      <a:gd name="T70" fmla="*/ 0 w 355"/>
                      <a:gd name="T71" fmla="*/ 0 h 277"/>
                      <a:gd name="T72" fmla="*/ 0 w 355"/>
                      <a:gd name="T73" fmla="*/ 0 h 277"/>
                      <a:gd name="T74" fmla="*/ 0 w 355"/>
                      <a:gd name="T75" fmla="*/ 0 h 277"/>
                      <a:gd name="T76" fmla="*/ 0 w 355"/>
                      <a:gd name="T77" fmla="*/ 0 h 277"/>
                      <a:gd name="T78" fmla="*/ 0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1" name="Freeform 74"/>
                  <p:cNvSpPr>
                    <a:spLocks/>
                  </p:cNvSpPr>
                  <p:nvPr/>
                </p:nvSpPr>
                <p:spPr bwMode="ltGray">
                  <a:xfrm>
                    <a:off x="4515" y="541"/>
                    <a:ext cx="67" cy="68"/>
                  </a:xfrm>
                  <a:custGeom>
                    <a:avLst/>
                    <a:gdLst>
                      <a:gd name="T0" fmla="*/ 0 w 156"/>
                      <a:gd name="T1" fmla="*/ 0 h 206"/>
                      <a:gd name="T2" fmla="*/ 0 w 156"/>
                      <a:gd name="T3" fmla="*/ 0 h 206"/>
                      <a:gd name="T4" fmla="*/ 0 w 156"/>
                      <a:gd name="T5" fmla="*/ 0 h 206"/>
                      <a:gd name="T6" fmla="*/ 0 w 156"/>
                      <a:gd name="T7" fmla="*/ 0 h 206"/>
                      <a:gd name="T8" fmla="*/ 0 w 156"/>
                      <a:gd name="T9" fmla="*/ 0 h 206"/>
                      <a:gd name="T10" fmla="*/ 0 w 156"/>
                      <a:gd name="T11" fmla="*/ 0 h 206"/>
                      <a:gd name="T12" fmla="*/ 0 w 156"/>
                      <a:gd name="T13" fmla="*/ 0 h 206"/>
                      <a:gd name="T14" fmla="*/ 0 w 156"/>
                      <a:gd name="T15" fmla="*/ 0 h 206"/>
                      <a:gd name="T16" fmla="*/ 0 w 156"/>
                      <a:gd name="T17" fmla="*/ 0 h 206"/>
                      <a:gd name="T18" fmla="*/ 0 w 156"/>
                      <a:gd name="T19" fmla="*/ 0 h 206"/>
                      <a:gd name="T20" fmla="*/ 0 w 156"/>
                      <a:gd name="T21" fmla="*/ 0 h 206"/>
                      <a:gd name="T22" fmla="*/ 0 w 156"/>
                      <a:gd name="T23" fmla="*/ 0 h 206"/>
                      <a:gd name="T24" fmla="*/ 0 w 156"/>
                      <a:gd name="T25" fmla="*/ 0 h 206"/>
                      <a:gd name="T26" fmla="*/ 0 w 156"/>
                      <a:gd name="T27" fmla="*/ 0 h 206"/>
                      <a:gd name="T28" fmla="*/ 0 w 156"/>
                      <a:gd name="T29" fmla="*/ 0 h 206"/>
                      <a:gd name="T30" fmla="*/ 0 w 156"/>
                      <a:gd name="T31" fmla="*/ 0 h 206"/>
                      <a:gd name="T32" fmla="*/ 0 w 156"/>
                      <a:gd name="T33" fmla="*/ 0 h 206"/>
                      <a:gd name="T34" fmla="*/ 0 w 156"/>
                      <a:gd name="T35" fmla="*/ 0 h 206"/>
                      <a:gd name="T36" fmla="*/ 0 w 156"/>
                      <a:gd name="T37" fmla="*/ 0 h 206"/>
                      <a:gd name="T38" fmla="*/ 0 w 156"/>
                      <a:gd name="T39" fmla="*/ 0 h 206"/>
                      <a:gd name="T40" fmla="*/ 0 w 156"/>
                      <a:gd name="T41" fmla="*/ 0 h 206"/>
                      <a:gd name="T42" fmla="*/ 0 w 156"/>
                      <a:gd name="T43" fmla="*/ 0 h 206"/>
                      <a:gd name="T44" fmla="*/ 0 w 156"/>
                      <a:gd name="T45" fmla="*/ 0 h 206"/>
                      <a:gd name="T46" fmla="*/ 0 w 156"/>
                      <a:gd name="T47" fmla="*/ 0 h 206"/>
                      <a:gd name="T48" fmla="*/ 0 w 156"/>
                      <a:gd name="T49" fmla="*/ 0 h 206"/>
                      <a:gd name="T50" fmla="*/ 0 w 156"/>
                      <a:gd name="T51" fmla="*/ 0 h 206"/>
                      <a:gd name="T52" fmla="*/ 0 w 156"/>
                      <a:gd name="T53" fmla="*/ 0 h 206"/>
                      <a:gd name="T54" fmla="*/ 0 w 156"/>
                      <a:gd name="T55" fmla="*/ 0 h 206"/>
                      <a:gd name="T56" fmla="*/ 0 w 156"/>
                      <a:gd name="T57" fmla="*/ 0 h 206"/>
                      <a:gd name="T58" fmla="*/ 0 w 156"/>
                      <a:gd name="T59" fmla="*/ 0 h 206"/>
                      <a:gd name="T60" fmla="*/ 0 w 156"/>
                      <a:gd name="T61" fmla="*/ 0 h 206"/>
                      <a:gd name="T62" fmla="*/ 0 w 156"/>
                      <a:gd name="T63" fmla="*/ 0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2" name="Freeform 75"/>
                  <p:cNvSpPr>
                    <a:spLocks/>
                  </p:cNvSpPr>
                  <p:nvPr/>
                </p:nvSpPr>
                <p:spPr bwMode="ltGray">
                  <a:xfrm>
                    <a:off x="4580" y="572"/>
                    <a:ext cx="47" cy="13"/>
                  </a:xfrm>
                  <a:custGeom>
                    <a:avLst/>
                    <a:gdLst>
                      <a:gd name="T0" fmla="*/ 0 w 109"/>
                      <a:gd name="T1" fmla="*/ 0 h 38"/>
                      <a:gd name="T2" fmla="*/ 0 w 109"/>
                      <a:gd name="T3" fmla="*/ 0 h 38"/>
                      <a:gd name="T4" fmla="*/ 0 w 109"/>
                      <a:gd name="T5" fmla="*/ 0 h 38"/>
                      <a:gd name="T6" fmla="*/ 0 w 109"/>
                      <a:gd name="T7" fmla="*/ 0 h 38"/>
                      <a:gd name="T8" fmla="*/ 0 w 109"/>
                      <a:gd name="T9" fmla="*/ 0 h 38"/>
                      <a:gd name="T10" fmla="*/ 0 w 109"/>
                      <a:gd name="T11" fmla="*/ 0 h 38"/>
                      <a:gd name="T12" fmla="*/ 0 w 109"/>
                      <a:gd name="T13" fmla="*/ 0 h 38"/>
                      <a:gd name="T14" fmla="*/ 0 w 109"/>
                      <a:gd name="T15" fmla="*/ 0 h 38"/>
                      <a:gd name="T16" fmla="*/ 0 w 109"/>
                      <a:gd name="T17" fmla="*/ 0 h 38"/>
                      <a:gd name="T18" fmla="*/ 0 w 109"/>
                      <a:gd name="T19" fmla="*/ 0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3" name="Freeform 76"/>
                  <p:cNvSpPr>
                    <a:spLocks/>
                  </p:cNvSpPr>
                  <p:nvPr/>
                </p:nvSpPr>
                <p:spPr bwMode="ltGray">
                  <a:xfrm>
                    <a:off x="4578" y="588"/>
                    <a:ext cx="32" cy="34"/>
                  </a:xfrm>
                  <a:custGeom>
                    <a:avLst/>
                    <a:gdLst>
                      <a:gd name="T0" fmla="*/ 0 w 76"/>
                      <a:gd name="T1" fmla="*/ 0 h 104"/>
                      <a:gd name="T2" fmla="*/ 0 w 76"/>
                      <a:gd name="T3" fmla="*/ 0 h 104"/>
                      <a:gd name="T4" fmla="*/ 0 w 76"/>
                      <a:gd name="T5" fmla="*/ 0 h 104"/>
                      <a:gd name="T6" fmla="*/ 0 w 76"/>
                      <a:gd name="T7" fmla="*/ 0 h 104"/>
                      <a:gd name="T8" fmla="*/ 0 w 76"/>
                      <a:gd name="T9" fmla="*/ 0 h 104"/>
                      <a:gd name="T10" fmla="*/ 0 w 76"/>
                      <a:gd name="T11" fmla="*/ 0 h 104"/>
                      <a:gd name="T12" fmla="*/ 0 w 76"/>
                      <a:gd name="T13" fmla="*/ 0 h 104"/>
                      <a:gd name="T14" fmla="*/ 0 w 76"/>
                      <a:gd name="T15" fmla="*/ 0 h 104"/>
                      <a:gd name="T16" fmla="*/ 0 w 76"/>
                      <a:gd name="T17" fmla="*/ 0 h 104"/>
                      <a:gd name="T18" fmla="*/ 0 w 76"/>
                      <a:gd name="T19" fmla="*/ 0 h 104"/>
                      <a:gd name="T20" fmla="*/ 0 w 76"/>
                      <a:gd name="T21" fmla="*/ 0 h 104"/>
                      <a:gd name="T22" fmla="*/ 0 w 76"/>
                      <a:gd name="T23" fmla="*/ 0 h 104"/>
                      <a:gd name="T24" fmla="*/ 0 w 76"/>
                      <a:gd name="T25" fmla="*/ 0 h 104"/>
                      <a:gd name="T26" fmla="*/ 0 w 76"/>
                      <a:gd name="T27" fmla="*/ 0 h 104"/>
                      <a:gd name="T28" fmla="*/ 0 w 76"/>
                      <a:gd name="T29" fmla="*/ 0 h 104"/>
                      <a:gd name="T30" fmla="*/ 0 w 76"/>
                      <a:gd name="T31" fmla="*/ 0 h 104"/>
                      <a:gd name="T32" fmla="*/ 0 w 76"/>
                      <a:gd name="T33" fmla="*/ 0 h 104"/>
                      <a:gd name="T34" fmla="*/ 0 w 76"/>
                      <a:gd name="T35" fmla="*/ 0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4" name="Freeform 77"/>
                  <p:cNvSpPr>
                    <a:spLocks/>
                  </p:cNvSpPr>
                  <p:nvPr/>
                </p:nvSpPr>
                <p:spPr bwMode="ltGray">
                  <a:xfrm>
                    <a:off x="4632" y="569"/>
                    <a:ext cx="16" cy="20"/>
                  </a:xfrm>
                  <a:custGeom>
                    <a:avLst/>
                    <a:gdLst>
                      <a:gd name="T0" fmla="*/ 0 w 37"/>
                      <a:gd name="T1" fmla="*/ 0 h 61"/>
                      <a:gd name="T2" fmla="*/ 0 w 37"/>
                      <a:gd name="T3" fmla="*/ 0 h 61"/>
                      <a:gd name="T4" fmla="*/ 0 w 37"/>
                      <a:gd name="T5" fmla="*/ 0 h 61"/>
                      <a:gd name="T6" fmla="*/ 0 w 37"/>
                      <a:gd name="T7" fmla="*/ 0 h 61"/>
                      <a:gd name="T8" fmla="*/ 0 w 37"/>
                      <a:gd name="T9" fmla="*/ 0 h 61"/>
                      <a:gd name="T10" fmla="*/ 0 w 37"/>
                      <a:gd name="T11" fmla="*/ 0 h 61"/>
                      <a:gd name="T12" fmla="*/ 0 w 37"/>
                      <a:gd name="T13" fmla="*/ 0 h 61"/>
                      <a:gd name="T14" fmla="*/ 0 w 37"/>
                      <a:gd name="T15" fmla="*/ 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5" name="Freeform 78"/>
                  <p:cNvSpPr>
                    <a:spLocks/>
                  </p:cNvSpPr>
                  <p:nvPr/>
                </p:nvSpPr>
                <p:spPr bwMode="ltGray">
                  <a:xfrm>
                    <a:off x="4636" y="600"/>
                    <a:ext cx="20" cy="10"/>
                  </a:xfrm>
                  <a:custGeom>
                    <a:avLst/>
                    <a:gdLst>
                      <a:gd name="T0" fmla="*/ 0 w 49"/>
                      <a:gd name="T1" fmla="*/ 0 h 29"/>
                      <a:gd name="T2" fmla="*/ 0 w 49"/>
                      <a:gd name="T3" fmla="*/ 0 h 29"/>
                      <a:gd name="T4" fmla="*/ 0 w 49"/>
                      <a:gd name="T5" fmla="*/ 0 h 29"/>
                      <a:gd name="T6" fmla="*/ 0 w 49"/>
                      <a:gd name="T7" fmla="*/ 0 h 29"/>
                      <a:gd name="T8" fmla="*/ 0 w 49"/>
                      <a:gd name="T9" fmla="*/ 0 h 29"/>
                      <a:gd name="T10" fmla="*/ 0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6" name="Freeform 79"/>
                  <p:cNvSpPr>
                    <a:spLocks/>
                  </p:cNvSpPr>
                  <p:nvPr/>
                </p:nvSpPr>
                <p:spPr bwMode="ltGray">
                  <a:xfrm>
                    <a:off x="4657" y="585"/>
                    <a:ext cx="26" cy="17"/>
                  </a:xfrm>
                  <a:custGeom>
                    <a:avLst/>
                    <a:gdLst>
                      <a:gd name="T0" fmla="*/ 0 w 61"/>
                      <a:gd name="T1" fmla="*/ 0 h 48"/>
                      <a:gd name="T2" fmla="*/ 0 w 61"/>
                      <a:gd name="T3" fmla="*/ 0 h 48"/>
                      <a:gd name="T4" fmla="*/ 0 w 61"/>
                      <a:gd name="T5" fmla="*/ 0 h 48"/>
                      <a:gd name="T6" fmla="*/ 0 w 61"/>
                      <a:gd name="T7" fmla="*/ 0 h 48"/>
                      <a:gd name="T8" fmla="*/ 0 w 61"/>
                      <a:gd name="T9" fmla="*/ 0 h 48"/>
                      <a:gd name="T10" fmla="*/ 0 w 61"/>
                      <a:gd name="T11" fmla="*/ 0 h 48"/>
                      <a:gd name="T12" fmla="*/ 0 w 61"/>
                      <a:gd name="T13" fmla="*/ 0 h 48"/>
                      <a:gd name="T14" fmla="*/ 0 w 61"/>
                      <a:gd name="T15" fmla="*/ 0 h 48"/>
                      <a:gd name="T16" fmla="*/ 0 w 61"/>
                      <a:gd name="T17" fmla="*/ 0 h 48"/>
                      <a:gd name="T18" fmla="*/ 0 w 61"/>
                      <a:gd name="T19" fmla="*/ 0 h 48"/>
                      <a:gd name="T20" fmla="*/ 0 w 6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7" name="Freeform 80"/>
                  <p:cNvSpPr>
                    <a:spLocks/>
                  </p:cNvSpPr>
                  <p:nvPr/>
                </p:nvSpPr>
                <p:spPr bwMode="ltGray">
                  <a:xfrm>
                    <a:off x="4664" y="593"/>
                    <a:ext cx="122" cy="61"/>
                  </a:xfrm>
                  <a:custGeom>
                    <a:avLst/>
                    <a:gdLst>
                      <a:gd name="T0" fmla="*/ 0 w 286"/>
                      <a:gd name="T1" fmla="*/ 0 h 182"/>
                      <a:gd name="T2" fmla="*/ 0 w 286"/>
                      <a:gd name="T3" fmla="*/ 0 h 182"/>
                      <a:gd name="T4" fmla="*/ 0 w 286"/>
                      <a:gd name="T5" fmla="*/ 0 h 182"/>
                      <a:gd name="T6" fmla="*/ 0 w 286"/>
                      <a:gd name="T7" fmla="*/ 0 h 182"/>
                      <a:gd name="T8" fmla="*/ 0 w 286"/>
                      <a:gd name="T9" fmla="*/ 0 h 182"/>
                      <a:gd name="T10" fmla="*/ 0 w 286"/>
                      <a:gd name="T11" fmla="*/ 0 h 182"/>
                      <a:gd name="T12" fmla="*/ 0 w 286"/>
                      <a:gd name="T13" fmla="*/ 0 h 182"/>
                      <a:gd name="T14" fmla="*/ 0 w 286"/>
                      <a:gd name="T15" fmla="*/ 0 h 182"/>
                      <a:gd name="T16" fmla="*/ 0 w 286"/>
                      <a:gd name="T17" fmla="*/ 0 h 182"/>
                      <a:gd name="T18" fmla="*/ 0 w 286"/>
                      <a:gd name="T19" fmla="*/ 0 h 182"/>
                      <a:gd name="T20" fmla="*/ 0 w 286"/>
                      <a:gd name="T21" fmla="*/ 0 h 182"/>
                      <a:gd name="T22" fmla="*/ 0 w 286"/>
                      <a:gd name="T23" fmla="*/ 0 h 182"/>
                      <a:gd name="T24" fmla="*/ 0 w 286"/>
                      <a:gd name="T25" fmla="*/ 0 h 182"/>
                      <a:gd name="T26" fmla="*/ 0 w 286"/>
                      <a:gd name="T27" fmla="*/ 0 h 182"/>
                      <a:gd name="T28" fmla="*/ 0 w 286"/>
                      <a:gd name="T29" fmla="*/ 0 h 182"/>
                      <a:gd name="T30" fmla="*/ 0 w 286"/>
                      <a:gd name="T31" fmla="*/ 0 h 182"/>
                      <a:gd name="T32" fmla="*/ 0 w 286"/>
                      <a:gd name="T33" fmla="*/ 0 h 182"/>
                      <a:gd name="T34" fmla="*/ 0 w 286"/>
                      <a:gd name="T35" fmla="*/ 0 h 182"/>
                      <a:gd name="T36" fmla="*/ 0 w 286"/>
                      <a:gd name="T37" fmla="*/ 0 h 182"/>
                      <a:gd name="T38" fmla="*/ 0 w 286"/>
                      <a:gd name="T39" fmla="*/ 0 h 182"/>
                      <a:gd name="T40" fmla="*/ 0 w 286"/>
                      <a:gd name="T41" fmla="*/ 0 h 182"/>
                      <a:gd name="T42" fmla="*/ 0 w 286"/>
                      <a:gd name="T43" fmla="*/ 0 h 182"/>
                      <a:gd name="T44" fmla="*/ 0 w 286"/>
                      <a:gd name="T45" fmla="*/ 0 h 182"/>
                      <a:gd name="T46" fmla="*/ 0 w 286"/>
                      <a:gd name="T47" fmla="*/ 0 h 182"/>
                      <a:gd name="T48" fmla="*/ 0 w 286"/>
                      <a:gd name="T49" fmla="*/ 0 h 182"/>
                      <a:gd name="T50" fmla="*/ 0 w 286"/>
                      <a:gd name="T51" fmla="*/ 0 h 182"/>
                      <a:gd name="T52" fmla="*/ 0 w 286"/>
                      <a:gd name="T53" fmla="*/ 0 h 182"/>
                      <a:gd name="T54" fmla="*/ 0 w 286"/>
                      <a:gd name="T55" fmla="*/ 0 h 182"/>
                      <a:gd name="T56" fmla="*/ 0 w 286"/>
                      <a:gd name="T57" fmla="*/ 0 h 182"/>
                      <a:gd name="T58" fmla="*/ 0 w 286"/>
                      <a:gd name="T59" fmla="*/ 0 h 182"/>
                      <a:gd name="T60" fmla="*/ 0 w 286"/>
                      <a:gd name="T61" fmla="*/ 0 h 182"/>
                      <a:gd name="T62" fmla="*/ 0 w 286"/>
                      <a:gd name="T63" fmla="*/ 0 h 182"/>
                      <a:gd name="T64" fmla="*/ 0 w 286"/>
                      <a:gd name="T65" fmla="*/ 0 h 182"/>
                      <a:gd name="T66" fmla="*/ 0 w 286"/>
                      <a:gd name="T67" fmla="*/ 0 h 182"/>
                      <a:gd name="T68" fmla="*/ 0 w 286"/>
                      <a:gd name="T69" fmla="*/ 0 h 182"/>
                      <a:gd name="T70" fmla="*/ 0 w 286"/>
                      <a:gd name="T71" fmla="*/ 0 h 182"/>
                      <a:gd name="T72" fmla="*/ 0 w 286"/>
                      <a:gd name="T73" fmla="*/ 0 h 182"/>
                      <a:gd name="T74" fmla="*/ 0 w 286"/>
                      <a:gd name="T75" fmla="*/ 0 h 182"/>
                      <a:gd name="T76" fmla="*/ 0 w 286"/>
                      <a:gd name="T77" fmla="*/ 0 h 182"/>
                      <a:gd name="T78" fmla="*/ 0 w 286"/>
                      <a:gd name="T79" fmla="*/ 0 h 182"/>
                      <a:gd name="T80" fmla="*/ 0 w 286"/>
                      <a:gd name="T81" fmla="*/ 0 h 182"/>
                      <a:gd name="T82" fmla="*/ 0 w 286"/>
                      <a:gd name="T83" fmla="*/ 0 h 182"/>
                      <a:gd name="T84" fmla="*/ 0 w 286"/>
                      <a:gd name="T85" fmla="*/ 0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8" name="Freeform 81"/>
                  <p:cNvSpPr>
                    <a:spLocks/>
                  </p:cNvSpPr>
                  <p:nvPr/>
                </p:nvSpPr>
                <p:spPr bwMode="ltGray">
                  <a:xfrm>
                    <a:off x="4770" y="599"/>
                    <a:ext cx="33"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9" name="Freeform 82"/>
                  <p:cNvSpPr>
                    <a:spLocks/>
                  </p:cNvSpPr>
                  <p:nvPr/>
                </p:nvSpPr>
                <p:spPr bwMode="ltGray">
                  <a:xfrm>
                    <a:off x="4840" y="544"/>
                    <a:ext cx="8" cy="6"/>
                  </a:xfrm>
                  <a:custGeom>
                    <a:avLst/>
                    <a:gdLst>
                      <a:gd name="T0" fmla="*/ 0 w 17"/>
                      <a:gd name="T1" fmla="*/ 0 h 18"/>
                      <a:gd name="T2" fmla="*/ 0 w 17"/>
                      <a:gd name="T3" fmla="*/ 0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0" name="Freeform 83"/>
                  <p:cNvSpPr>
                    <a:spLocks/>
                  </p:cNvSpPr>
                  <p:nvPr/>
                </p:nvSpPr>
                <p:spPr bwMode="ltGray">
                  <a:xfrm>
                    <a:off x="4747" y="494"/>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1" name="Freeform 84"/>
                  <p:cNvSpPr>
                    <a:spLocks/>
                  </p:cNvSpPr>
                  <p:nvPr/>
                </p:nvSpPr>
                <p:spPr bwMode="ltGray">
                  <a:xfrm>
                    <a:off x="4676" y="536"/>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2" name="Freeform 85"/>
                  <p:cNvSpPr>
                    <a:spLocks/>
                  </p:cNvSpPr>
                  <p:nvPr/>
                </p:nvSpPr>
                <p:spPr bwMode="ltGray">
                  <a:xfrm>
                    <a:off x="4598" y="523"/>
                    <a:ext cx="34" cy="27"/>
                  </a:xfrm>
                  <a:custGeom>
                    <a:avLst/>
                    <a:gdLst>
                      <a:gd name="T0" fmla="*/ 0 w 80"/>
                      <a:gd name="T1" fmla="*/ 0 h 80"/>
                      <a:gd name="T2" fmla="*/ 0 w 80"/>
                      <a:gd name="T3" fmla="*/ 0 h 80"/>
                      <a:gd name="T4" fmla="*/ 0 w 80"/>
                      <a:gd name="T5" fmla="*/ 0 h 80"/>
                      <a:gd name="T6" fmla="*/ 0 w 80"/>
                      <a:gd name="T7" fmla="*/ 0 h 80"/>
                      <a:gd name="T8" fmla="*/ 0 w 80"/>
                      <a:gd name="T9" fmla="*/ 0 h 80"/>
                      <a:gd name="T10" fmla="*/ 0 w 80"/>
                      <a:gd name="T11" fmla="*/ 0 h 80"/>
                      <a:gd name="T12" fmla="*/ 0 w 80"/>
                      <a:gd name="T13" fmla="*/ 0 h 80"/>
                      <a:gd name="T14" fmla="*/ 0 w 80"/>
                      <a:gd name="T15" fmla="*/ 0 h 80"/>
                      <a:gd name="T16" fmla="*/ 0 w 80"/>
                      <a:gd name="T17" fmla="*/ 0 h 80"/>
                      <a:gd name="T18" fmla="*/ 0 w 80"/>
                      <a:gd name="T19" fmla="*/ 0 h 80"/>
                      <a:gd name="T20" fmla="*/ 0 w 80"/>
                      <a:gd name="T21" fmla="*/ 0 h 80"/>
                      <a:gd name="T22" fmla="*/ 0 w 80"/>
                      <a:gd name="T23" fmla="*/ 0 h 80"/>
                      <a:gd name="T24" fmla="*/ 0 w 80"/>
                      <a:gd name="T25" fmla="*/ 0 h 80"/>
                      <a:gd name="T26" fmla="*/ 0 w 80"/>
                      <a:gd name="T27" fmla="*/ 0 h 80"/>
                      <a:gd name="T28" fmla="*/ 0 w 80"/>
                      <a:gd name="T29" fmla="*/ 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3" name="Freeform 86"/>
                  <p:cNvSpPr>
                    <a:spLocks/>
                  </p:cNvSpPr>
                  <p:nvPr/>
                </p:nvSpPr>
                <p:spPr bwMode="ltGray">
                  <a:xfrm>
                    <a:off x="4587" y="466"/>
                    <a:ext cx="40" cy="58"/>
                  </a:xfrm>
                  <a:custGeom>
                    <a:avLst/>
                    <a:gdLst>
                      <a:gd name="T0" fmla="*/ 0 w 94"/>
                      <a:gd name="T1" fmla="*/ 0 h 174"/>
                      <a:gd name="T2" fmla="*/ 0 w 94"/>
                      <a:gd name="T3" fmla="*/ 0 h 174"/>
                      <a:gd name="T4" fmla="*/ 0 w 94"/>
                      <a:gd name="T5" fmla="*/ 0 h 174"/>
                      <a:gd name="T6" fmla="*/ 0 w 94"/>
                      <a:gd name="T7" fmla="*/ 0 h 174"/>
                      <a:gd name="T8" fmla="*/ 0 w 94"/>
                      <a:gd name="T9" fmla="*/ 0 h 174"/>
                      <a:gd name="T10" fmla="*/ 0 w 94"/>
                      <a:gd name="T11" fmla="*/ 0 h 174"/>
                      <a:gd name="T12" fmla="*/ 0 w 94"/>
                      <a:gd name="T13" fmla="*/ 0 h 174"/>
                      <a:gd name="T14" fmla="*/ 0 w 94"/>
                      <a:gd name="T15" fmla="*/ 0 h 174"/>
                      <a:gd name="T16" fmla="*/ 0 w 94"/>
                      <a:gd name="T17" fmla="*/ 0 h 174"/>
                      <a:gd name="T18" fmla="*/ 0 w 94"/>
                      <a:gd name="T19" fmla="*/ 0 h 174"/>
                      <a:gd name="T20" fmla="*/ 0 w 94"/>
                      <a:gd name="T21" fmla="*/ 0 h 174"/>
                      <a:gd name="T22" fmla="*/ 0 w 94"/>
                      <a:gd name="T23" fmla="*/ 0 h 174"/>
                      <a:gd name="T24" fmla="*/ 0 w 94"/>
                      <a:gd name="T25" fmla="*/ 0 h 174"/>
                      <a:gd name="T26" fmla="*/ 0 w 94"/>
                      <a:gd name="T27" fmla="*/ 0 h 174"/>
                      <a:gd name="T28" fmla="*/ 0 w 94"/>
                      <a:gd name="T29" fmla="*/ 0 h 174"/>
                      <a:gd name="T30" fmla="*/ 0 w 94"/>
                      <a:gd name="T31" fmla="*/ 0 h 174"/>
                      <a:gd name="T32" fmla="*/ 0 w 94"/>
                      <a:gd name="T33" fmla="*/ 0 h 174"/>
                      <a:gd name="T34" fmla="*/ 0 w 94"/>
                      <a:gd name="T35" fmla="*/ 0 h 174"/>
                      <a:gd name="T36" fmla="*/ 0 w 94"/>
                      <a:gd name="T37" fmla="*/ 0 h 174"/>
                      <a:gd name="T38" fmla="*/ 0 w 94"/>
                      <a:gd name="T39" fmla="*/ 0 h 174"/>
                      <a:gd name="T40" fmla="*/ 0 w 94"/>
                      <a:gd name="T41" fmla="*/ 0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4" name="Freeform 87"/>
                  <p:cNvSpPr>
                    <a:spLocks/>
                  </p:cNvSpPr>
                  <p:nvPr/>
                </p:nvSpPr>
                <p:spPr bwMode="ltGray">
                  <a:xfrm>
                    <a:off x="4597" y="508"/>
                    <a:ext cx="14" cy="17"/>
                  </a:xfrm>
                  <a:custGeom>
                    <a:avLst/>
                    <a:gdLst>
                      <a:gd name="T0" fmla="*/ 0 w 32"/>
                      <a:gd name="T1" fmla="*/ 0 h 50"/>
                      <a:gd name="T2" fmla="*/ 0 w 32"/>
                      <a:gd name="T3" fmla="*/ 0 h 50"/>
                      <a:gd name="T4" fmla="*/ 0 w 32"/>
                      <a:gd name="T5" fmla="*/ 0 h 50"/>
                      <a:gd name="T6" fmla="*/ 0 w 32"/>
                      <a:gd name="T7" fmla="*/ 0 h 50"/>
                      <a:gd name="T8" fmla="*/ 0 w 32"/>
                      <a:gd name="T9" fmla="*/ 0 h 50"/>
                      <a:gd name="T10" fmla="*/ 0 w 32"/>
                      <a:gd name="T11" fmla="*/ 0 h 50"/>
                      <a:gd name="T12" fmla="*/ 0 w 32"/>
                      <a:gd name="T13" fmla="*/ 0 h 50"/>
                      <a:gd name="T14" fmla="*/ 0 w 32"/>
                      <a:gd name="T15" fmla="*/ 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5" name="Freeform 88"/>
                  <p:cNvSpPr>
                    <a:spLocks/>
                  </p:cNvSpPr>
                  <p:nvPr/>
                </p:nvSpPr>
                <p:spPr bwMode="ltGray">
                  <a:xfrm>
                    <a:off x="4569" y="512"/>
                    <a:ext cx="19" cy="17"/>
                  </a:xfrm>
                  <a:custGeom>
                    <a:avLst/>
                    <a:gdLst>
                      <a:gd name="T0" fmla="*/ 0 w 43"/>
                      <a:gd name="T1" fmla="*/ 0 h 50"/>
                      <a:gd name="T2" fmla="*/ 0 w 43"/>
                      <a:gd name="T3" fmla="*/ 0 h 50"/>
                      <a:gd name="T4" fmla="*/ 0 w 43"/>
                      <a:gd name="T5" fmla="*/ 0 h 50"/>
                      <a:gd name="T6" fmla="*/ 0 w 43"/>
                      <a:gd name="T7" fmla="*/ 0 h 50"/>
                      <a:gd name="T8" fmla="*/ 0 w 43"/>
                      <a:gd name="T9" fmla="*/ 0 h 50"/>
                      <a:gd name="T10" fmla="*/ 0 w 43"/>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6" name="Freeform 89"/>
                  <p:cNvSpPr>
                    <a:spLocks/>
                  </p:cNvSpPr>
                  <p:nvPr/>
                </p:nvSpPr>
                <p:spPr bwMode="ltGray">
                  <a:xfrm>
                    <a:off x="4784" y="275"/>
                    <a:ext cx="18" cy="10"/>
                  </a:xfrm>
                  <a:custGeom>
                    <a:avLst/>
                    <a:gdLst>
                      <a:gd name="T0" fmla="*/ 0 w 41"/>
                      <a:gd name="T1" fmla="*/ 0 h 29"/>
                      <a:gd name="T2" fmla="*/ 0 w 41"/>
                      <a:gd name="T3" fmla="*/ 0 h 29"/>
                      <a:gd name="T4" fmla="*/ 0 w 41"/>
                      <a:gd name="T5" fmla="*/ 0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7" name="Freeform 90"/>
                  <p:cNvSpPr>
                    <a:spLocks/>
                  </p:cNvSpPr>
                  <p:nvPr/>
                </p:nvSpPr>
                <p:spPr bwMode="ltGray">
                  <a:xfrm>
                    <a:off x="4293" y="246"/>
                    <a:ext cx="438" cy="152"/>
                  </a:xfrm>
                  <a:custGeom>
                    <a:avLst/>
                    <a:gdLst>
                      <a:gd name="T0" fmla="*/ 73 w 438"/>
                      <a:gd name="T1" fmla="*/ 1 h 152"/>
                      <a:gd name="T2" fmla="*/ 438 w 438"/>
                      <a:gd name="T3" fmla="*/ 0 h 152"/>
                      <a:gd name="T4" fmla="*/ 416 w 438"/>
                      <a:gd name="T5" fmla="*/ 54 h 152"/>
                      <a:gd name="T6" fmla="*/ 397 w 438"/>
                      <a:gd name="T7" fmla="*/ 68 h 152"/>
                      <a:gd name="T8" fmla="*/ 392 w 438"/>
                      <a:gd name="T9" fmla="*/ 70 h 152"/>
                      <a:gd name="T10" fmla="*/ 375 w 438"/>
                      <a:gd name="T11" fmla="*/ 73 h 152"/>
                      <a:gd name="T12" fmla="*/ 361 w 438"/>
                      <a:gd name="T13" fmla="*/ 88 h 152"/>
                      <a:gd name="T14" fmla="*/ 362 w 438"/>
                      <a:gd name="T15" fmla="*/ 99 h 152"/>
                      <a:gd name="T16" fmla="*/ 364 w 438"/>
                      <a:gd name="T17" fmla="*/ 107 h 152"/>
                      <a:gd name="T18" fmla="*/ 366 w 438"/>
                      <a:gd name="T19" fmla="*/ 113 h 152"/>
                      <a:gd name="T20" fmla="*/ 362 w 438"/>
                      <a:gd name="T21" fmla="*/ 122 h 152"/>
                      <a:gd name="T22" fmla="*/ 351 w 438"/>
                      <a:gd name="T23" fmla="*/ 120 h 152"/>
                      <a:gd name="T24" fmla="*/ 342 w 438"/>
                      <a:gd name="T25" fmla="*/ 129 h 152"/>
                      <a:gd name="T26" fmla="*/ 347 w 438"/>
                      <a:gd name="T27" fmla="*/ 105 h 152"/>
                      <a:gd name="T28" fmla="*/ 338 w 438"/>
                      <a:gd name="T29" fmla="*/ 100 h 152"/>
                      <a:gd name="T30" fmla="*/ 344 w 438"/>
                      <a:gd name="T31" fmla="*/ 93 h 152"/>
                      <a:gd name="T32" fmla="*/ 342 w 438"/>
                      <a:gd name="T33" fmla="*/ 89 h 152"/>
                      <a:gd name="T34" fmla="*/ 320 w 438"/>
                      <a:gd name="T35" fmla="*/ 94 h 152"/>
                      <a:gd name="T36" fmla="*/ 317 w 438"/>
                      <a:gd name="T37" fmla="*/ 85 h 152"/>
                      <a:gd name="T38" fmla="*/ 297 w 438"/>
                      <a:gd name="T39" fmla="*/ 94 h 152"/>
                      <a:gd name="T40" fmla="*/ 320 w 438"/>
                      <a:gd name="T41" fmla="*/ 103 h 152"/>
                      <a:gd name="T42" fmla="*/ 305 w 438"/>
                      <a:gd name="T43" fmla="*/ 117 h 152"/>
                      <a:gd name="T44" fmla="*/ 311 w 438"/>
                      <a:gd name="T45" fmla="*/ 126 h 152"/>
                      <a:gd name="T46" fmla="*/ 315 w 438"/>
                      <a:gd name="T47" fmla="*/ 138 h 152"/>
                      <a:gd name="T48" fmla="*/ 309 w 438"/>
                      <a:gd name="T49" fmla="*/ 139 h 152"/>
                      <a:gd name="T50" fmla="*/ 314 w 438"/>
                      <a:gd name="T51" fmla="*/ 144 h 152"/>
                      <a:gd name="T52" fmla="*/ 307 w 438"/>
                      <a:gd name="T53" fmla="*/ 152 h 152"/>
                      <a:gd name="T54" fmla="*/ 0 w 438"/>
                      <a:gd name="T55" fmla="*/ 149 h 152"/>
                      <a:gd name="T56" fmla="*/ 73 w 438"/>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8" h="152">
                        <a:moveTo>
                          <a:pt x="73" y="1"/>
                        </a:moveTo>
                        <a:lnTo>
                          <a:pt x="438" y="0"/>
                        </a:lnTo>
                        <a:cubicBezTo>
                          <a:pt x="432"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8" name="Freeform 91"/>
                  <p:cNvSpPr>
                    <a:spLocks/>
                  </p:cNvSpPr>
                  <p:nvPr/>
                </p:nvSpPr>
                <p:spPr bwMode="ltGray">
                  <a:xfrm>
                    <a:off x="4731" y="240"/>
                    <a:ext cx="20" cy="55"/>
                  </a:xfrm>
                  <a:custGeom>
                    <a:avLst/>
                    <a:gdLst>
                      <a:gd name="T0" fmla="*/ 0 w 47"/>
                      <a:gd name="T1" fmla="*/ 0 h 165"/>
                      <a:gd name="T2" fmla="*/ 0 w 47"/>
                      <a:gd name="T3" fmla="*/ 0 h 165"/>
                      <a:gd name="T4" fmla="*/ 0 w 47"/>
                      <a:gd name="T5" fmla="*/ 0 h 165"/>
                      <a:gd name="T6" fmla="*/ 0 w 47"/>
                      <a:gd name="T7" fmla="*/ 0 h 165"/>
                      <a:gd name="T8" fmla="*/ 0 w 47"/>
                      <a:gd name="T9" fmla="*/ 0 h 165"/>
                      <a:gd name="T10" fmla="*/ 0 w 47"/>
                      <a:gd name="T11" fmla="*/ 0 h 165"/>
                      <a:gd name="T12" fmla="*/ 0 w 47"/>
                      <a:gd name="T13" fmla="*/ 0 h 165"/>
                      <a:gd name="T14" fmla="*/ 0 w 47"/>
                      <a:gd name="T15" fmla="*/ 0 h 165"/>
                      <a:gd name="T16" fmla="*/ 0 w 47"/>
                      <a:gd name="T17" fmla="*/ 0 h 165"/>
                      <a:gd name="T18" fmla="*/ 0 w 47"/>
                      <a:gd name="T19" fmla="*/ 0 h 165"/>
                      <a:gd name="T20" fmla="*/ 0 w 47"/>
                      <a:gd name="T21" fmla="*/ 0 h 165"/>
                      <a:gd name="T22" fmla="*/ 0 w 47"/>
                      <a:gd name="T23" fmla="*/ 0 h 165"/>
                      <a:gd name="T24" fmla="*/ 0 w 47"/>
                      <a:gd name="T25" fmla="*/ 0 h 165"/>
                      <a:gd name="T26" fmla="*/ 0 w 47"/>
                      <a:gd name="T27" fmla="*/ 0 h 165"/>
                      <a:gd name="T28" fmla="*/ 0 w 47"/>
                      <a:gd name="T29" fmla="*/ 0 h 165"/>
                      <a:gd name="T30" fmla="*/ 0 w 47"/>
                      <a:gd name="T31" fmla="*/ 0 h 165"/>
                      <a:gd name="T32" fmla="*/ 0 w 47"/>
                      <a:gd name="T33" fmla="*/ 0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9" name="Freeform 92"/>
                  <p:cNvSpPr>
                    <a:spLocks/>
                  </p:cNvSpPr>
                  <p:nvPr/>
                </p:nvSpPr>
                <p:spPr bwMode="ltGray">
                  <a:xfrm>
                    <a:off x="4719" y="287"/>
                    <a:ext cx="59" cy="34"/>
                  </a:xfrm>
                  <a:custGeom>
                    <a:avLst/>
                    <a:gdLst>
                      <a:gd name="T0" fmla="*/ 0 w 138"/>
                      <a:gd name="T1" fmla="*/ 0 h 103"/>
                      <a:gd name="T2" fmla="*/ 0 w 138"/>
                      <a:gd name="T3" fmla="*/ 0 h 103"/>
                      <a:gd name="T4" fmla="*/ 0 w 138"/>
                      <a:gd name="T5" fmla="*/ 0 h 103"/>
                      <a:gd name="T6" fmla="*/ 0 w 138"/>
                      <a:gd name="T7" fmla="*/ 0 h 103"/>
                      <a:gd name="T8" fmla="*/ 0 w 138"/>
                      <a:gd name="T9" fmla="*/ 0 h 103"/>
                      <a:gd name="T10" fmla="*/ 0 w 138"/>
                      <a:gd name="T11" fmla="*/ 0 h 103"/>
                      <a:gd name="T12" fmla="*/ 0 w 138"/>
                      <a:gd name="T13" fmla="*/ 0 h 103"/>
                      <a:gd name="T14" fmla="*/ 0 w 138"/>
                      <a:gd name="T15" fmla="*/ 0 h 103"/>
                      <a:gd name="T16" fmla="*/ 0 w 138"/>
                      <a:gd name="T17" fmla="*/ 0 h 103"/>
                      <a:gd name="T18" fmla="*/ 0 w 138"/>
                      <a:gd name="T19" fmla="*/ 0 h 103"/>
                      <a:gd name="T20" fmla="*/ 0 w 138"/>
                      <a:gd name="T21" fmla="*/ 0 h 103"/>
                      <a:gd name="T22" fmla="*/ 0 w 138"/>
                      <a:gd name="T23" fmla="*/ 0 h 103"/>
                      <a:gd name="T24" fmla="*/ 0 w 138"/>
                      <a:gd name="T25" fmla="*/ 0 h 103"/>
                      <a:gd name="T26" fmla="*/ 0 w 138"/>
                      <a:gd name="T27" fmla="*/ 0 h 103"/>
                      <a:gd name="T28" fmla="*/ 0 w 138"/>
                      <a:gd name="T29" fmla="*/ 0 h 103"/>
                      <a:gd name="T30" fmla="*/ 0 w 138"/>
                      <a:gd name="T31" fmla="*/ 0 h 103"/>
                      <a:gd name="T32" fmla="*/ 0 w 138"/>
                      <a:gd name="T33" fmla="*/ 0 h 103"/>
                      <a:gd name="T34" fmla="*/ 0 w 138"/>
                      <a:gd name="T35" fmla="*/ 0 h 103"/>
                      <a:gd name="T36" fmla="*/ 0 w 138"/>
                      <a:gd name="T37" fmla="*/ 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0" name="Freeform 93"/>
                  <p:cNvSpPr>
                    <a:spLocks/>
                  </p:cNvSpPr>
                  <p:nvPr/>
                </p:nvSpPr>
                <p:spPr bwMode="ltGray">
                  <a:xfrm>
                    <a:off x="4656" y="319"/>
                    <a:ext cx="80" cy="72"/>
                  </a:xfrm>
                  <a:custGeom>
                    <a:avLst/>
                    <a:gdLst>
                      <a:gd name="T0" fmla="*/ 0 w 188"/>
                      <a:gd name="T1" fmla="*/ 0 h 214"/>
                      <a:gd name="T2" fmla="*/ 0 w 188"/>
                      <a:gd name="T3" fmla="*/ 0 h 214"/>
                      <a:gd name="T4" fmla="*/ 0 w 188"/>
                      <a:gd name="T5" fmla="*/ 0 h 214"/>
                      <a:gd name="T6" fmla="*/ 0 w 188"/>
                      <a:gd name="T7" fmla="*/ 0 h 214"/>
                      <a:gd name="T8" fmla="*/ 0 w 188"/>
                      <a:gd name="T9" fmla="*/ 0 h 214"/>
                      <a:gd name="T10" fmla="*/ 0 w 188"/>
                      <a:gd name="T11" fmla="*/ 0 h 214"/>
                      <a:gd name="T12" fmla="*/ 0 w 188"/>
                      <a:gd name="T13" fmla="*/ 0 h 214"/>
                      <a:gd name="T14" fmla="*/ 0 w 188"/>
                      <a:gd name="T15" fmla="*/ 0 h 214"/>
                      <a:gd name="T16" fmla="*/ 0 w 188"/>
                      <a:gd name="T17" fmla="*/ 0 h 214"/>
                      <a:gd name="T18" fmla="*/ 0 w 188"/>
                      <a:gd name="T19" fmla="*/ 0 h 214"/>
                      <a:gd name="T20" fmla="*/ 0 w 188"/>
                      <a:gd name="T21" fmla="*/ 0 h 214"/>
                      <a:gd name="T22" fmla="*/ 0 w 188"/>
                      <a:gd name="T23" fmla="*/ 0 h 214"/>
                      <a:gd name="T24" fmla="*/ 0 w 188"/>
                      <a:gd name="T25" fmla="*/ 0 h 214"/>
                      <a:gd name="T26" fmla="*/ 0 w 188"/>
                      <a:gd name="T27" fmla="*/ 0 h 214"/>
                      <a:gd name="T28" fmla="*/ 0 w 188"/>
                      <a:gd name="T29" fmla="*/ 0 h 214"/>
                      <a:gd name="T30" fmla="*/ 0 w 188"/>
                      <a:gd name="T31" fmla="*/ 0 h 214"/>
                      <a:gd name="T32" fmla="*/ 0 w 188"/>
                      <a:gd name="T33" fmla="*/ 0 h 214"/>
                      <a:gd name="T34" fmla="*/ 0 w 188"/>
                      <a:gd name="T35" fmla="*/ 0 h 214"/>
                      <a:gd name="T36" fmla="*/ 0 w 188"/>
                      <a:gd name="T37" fmla="*/ 0 h 214"/>
                      <a:gd name="T38" fmla="*/ 0 w 188"/>
                      <a:gd name="T39" fmla="*/ 0 h 214"/>
                      <a:gd name="T40" fmla="*/ 0 w 188"/>
                      <a:gd name="T41" fmla="*/ 0 h 214"/>
                      <a:gd name="T42" fmla="*/ 0 w 188"/>
                      <a:gd name="T43" fmla="*/ 0 h 214"/>
                      <a:gd name="T44" fmla="*/ 0 w 188"/>
                      <a:gd name="T45" fmla="*/ 0 h 214"/>
                      <a:gd name="T46" fmla="*/ 0 w 188"/>
                      <a:gd name="T47" fmla="*/ 0 h 214"/>
                      <a:gd name="T48" fmla="*/ 0 w 188"/>
                      <a:gd name="T49" fmla="*/ 0 h 214"/>
                      <a:gd name="T50" fmla="*/ 0 w 188"/>
                      <a:gd name="T51" fmla="*/ 0 h 214"/>
                      <a:gd name="T52" fmla="*/ 0 w 188"/>
                      <a:gd name="T53" fmla="*/ 0 h 214"/>
                      <a:gd name="T54" fmla="*/ 0 w 188"/>
                      <a:gd name="T55" fmla="*/ 0 h 214"/>
                      <a:gd name="T56" fmla="*/ 0 w 188"/>
                      <a:gd name="T57" fmla="*/ 0 h 214"/>
                      <a:gd name="T58" fmla="*/ 0 w 188"/>
                      <a:gd name="T59" fmla="*/ 0 h 214"/>
                      <a:gd name="T60" fmla="*/ 0 w 188"/>
                      <a:gd name="T61" fmla="*/ 0 h 214"/>
                      <a:gd name="T62" fmla="*/ 0 w 188"/>
                      <a:gd name="T63" fmla="*/ 0 h 214"/>
                      <a:gd name="T64" fmla="*/ 0 w 188"/>
                      <a:gd name="T65" fmla="*/ 0 h 214"/>
                      <a:gd name="T66" fmla="*/ 0 w 188"/>
                      <a:gd name="T67" fmla="*/ 0 h 214"/>
                      <a:gd name="T68" fmla="*/ 0 w 188"/>
                      <a:gd name="T69" fmla="*/ 0 h 214"/>
                      <a:gd name="T70" fmla="*/ 0 w 188"/>
                      <a:gd name="T71" fmla="*/ 0 h 214"/>
                      <a:gd name="T72" fmla="*/ 0 w 188"/>
                      <a:gd name="T73" fmla="*/ 0 h 214"/>
                      <a:gd name="T74" fmla="*/ 0 w 188"/>
                      <a:gd name="T75" fmla="*/ 0 h 214"/>
                      <a:gd name="T76" fmla="*/ 0 w 188"/>
                      <a:gd name="T77" fmla="*/ 0 h 214"/>
                      <a:gd name="T78" fmla="*/ 0 w 188"/>
                      <a:gd name="T79" fmla="*/ 0 h 214"/>
                      <a:gd name="T80" fmla="*/ 0 w 188"/>
                      <a:gd name="T81" fmla="*/ 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1" name="Freeform 94"/>
                  <p:cNvSpPr>
                    <a:spLocks/>
                  </p:cNvSpPr>
                  <p:nvPr/>
                </p:nvSpPr>
                <p:spPr bwMode="ltGray">
                  <a:xfrm>
                    <a:off x="4709" y="340"/>
                    <a:ext cx="6" cy="4"/>
                  </a:xfrm>
                  <a:custGeom>
                    <a:avLst/>
                    <a:gdLst>
                      <a:gd name="T0" fmla="*/ 0 w 13"/>
                      <a:gd name="T1" fmla="*/ 0 h 13"/>
                      <a:gd name="T2" fmla="*/ 0 w 13"/>
                      <a:gd name="T3" fmla="*/ 0 h 13"/>
                      <a:gd name="T4" fmla="*/ 0 w 13"/>
                      <a:gd name="T5" fmla="*/ 0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2" name="Freeform 95"/>
                  <p:cNvSpPr>
                    <a:spLocks/>
                  </p:cNvSpPr>
                  <p:nvPr/>
                </p:nvSpPr>
                <p:spPr bwMode="ltGray">
                  <a:xfrm>
                    <a:off x="4261" y="389"/>
                    <a:ext cx="347" cy="189"/>
                  </a:xfrm>
                  <a:custGeom>
                    <a:avLst/>
                    <a:gdLst>
                      <a:gd name="T0" fmla="*/ 0 w 812"/>
                      <a:gd name="T1" fmla="*/ 0 h 564"/>
                      <a:gd name="T2" fmla="*/ 0 w 812"/>
                      <a:gd name="T3" fmla="*/ 0 h 564"/>
                      <a:gd name="T4" fmla="*/ 0 w 812"/>
                      <a:gd name="T5" fmla="*/ 0 h 564"/>
                      <a:gd name="T6" fmla="*/ 0 w 812"/>
                      <a:gd name="T7" fmla="*/ 0 h 564"/>
                      <a:gd name="T8" fmla="*/ 0 w 812"/>
                      <a:gd name="T9" fmla="*/ 0 h 564"/>
                      <a:gd name="T10" fmla="*/ 0 w 812"/>
                      <a:gd name="T11" fmla="*/ 0 h 564"/>
                      <a:gd name="T12" fmla="*/ 0 w 812"/>
                      <a:gd name="T13" fmla="*/ 0 h 564"/>
                      <a:gd name="T14" fmla="*/ 0 w 812"/>
                      <a:gd name="T15" fmla="*/ 0 h 564"/>
                      <a:gd name="T16" fmla="*/ 0 w 812"/>
                      <a:gd name="T17" fmla="*/ 0 h 564"/>
                      <a:gd name="T18" fmla="*/ 0 w 812"/>
                      <a:gd name="T19" fmla="*/ 0 h 564"/>
                      <a:gd name="T20" fmla="*/ 0 w 812"/>
                      <a:gd name="T21" fmla="*/ 0 h 564"/>
                      <a:gd name="T22" fmla="*/ 0 w 812"/>
                      <a:gd name="T23" fmla="*/ 0 h 564"/>
                      <a:gd name="T24" fmla="*/ 0 w 812"/>
                      <a:gd name="T25" fmla="*/ 0 h 564"/>
                      <a:gd name="T26" fmla="*/ 0 w 812"/>
                      <a:gd name="T27" fmla="*/ 0 h 564"/>
                      <a:gd name="T28" fmla="*/ 0 w 812"/>
                      <a:gd name="T29" fmla="*/ 0 h 564"/>
                      <a:gd name="T30" fmla="*/ 0 w 812"/>
                      <a:gd name="T31" fmla="*/ 0 h 564"/>
                      <a:gd name="T32" fmla="*/ 0 w 812"/>
                      <a:gd name="T33" fmla="*/ 0 h 564"/>
                      <a:gd name="T34" fmla="*/ 0 w 812"/>
                      <a:gd name="T35" fmla="*/ 0 h 564"/>
                      <a:gd name="T36" fmla="*/ 0 w 812"/>
                      <a:gd name="T37" fmla="*/ 0 h 564"/>
                      <a:gd name="T38" fmla="*/ 0 w 812"/>
                      <a:gd name="T39" fmla="*/ 0 h 564"/>
                      <a:gd name="T40" fmla="*/ 0 w 812"/>
                      <a:gd name="T41" fmla="*/ 0 h 564"/>
                      <a:gd name="T42" fmla="*/ 0 w 812"/>
                      <a:gd name="T43" fmla="*/ 0 h 564"/>
                      <a:gd name="T44" fmla="*/ 0 w 812"/>
                      <a:gd name="T45" fmla="*/ 0 h 564"/>
                      <a:gd name="T46" fmla="*/ 0 w 812"/>
                      <a:gd name="T47" fmla="*/ 0 h 564"/>
                      <a:gd name="T48" fmla="*/ 0 w 812"/>
                      <a:gd name="T49" fmla="*/ 0 h 564"/>
                      <a:gd name="T50" fmla="*/ 0 w 812"/>
                      <a:gd name="T51" fmla="*/ 0 h 564"/>
                      <a:gd name="T52" fmla="*/ 0 w 812"/>
                      <a:gd name="T53" fmla="*/ 0 h 564"/>
                      <a:gd name="T54" fmla="*/ 0 w 812"/>
                      <a:gd name="T55" fmla="*/ 0 h 564"/>
                      <a:gd name="T56" fmla="*/ 0 w 812"/>
                      <a:gd name="T57" fmla="*/ 0 h 564"/>
                      <a:gd name="T58" fmla="*/ 0 w 812"/>
                      <a:gd name="T59" fmla="*/ 0 h 564"/>
                      <a:gd name="T60" fmla="*/ 0 w 812"/>
                      <a:gd name="T61" fmla="*/ 0 h 564"/>
                      <a:gd name="T62" fmla="*/ 0 w 812"/>
                      <a:gd name="T63" fmla="*/ 0 h 564"/>
                      <a:gd name="T64" fmla="*/ 0 w 812"/>
                      <a:gd name="T65" fmla="*/ 0 h 564"/>
                      <a:gd name="T66" fmla="*/ 0 w 812"/>
                      <a:gd name="T67" fmla="*/ 0 h 564"/>
                      <a:gd name="T68" fmla="*/ 0 w 812"/>
                      <a:gd name="T69" fmla="*/ 0 h 564"/>
                      <a:gd name="T70" fmla="*/ 0 w 812"/>
                      <a:gd name="T71" fmla="*/ 0 h 564"/>
                      <a:gd name="T72" fmla="*/ 0 w 812"/>
                      <a:gd name="T73" fmla="*/ 0 h 564"/>
                      <a:gd name="T74" fmla="*/ 0 w 812"/>
                      <a:gd name="T75" fmla="*/ 0 h 564"/>
                      <a:gd name="T76" fmla="*/ 0 w 812"/>
                      <a:gd name="T77" fmla="*/ 0 h 564"/>
                      <a:gd name="T78" fmla="*/ 0 w 812"/>
                      <a:gd name="T79" fmla="*/ 0 h 564"/>
                      <a:gd name="T80" fmla="*/ 0 w 812"/>
                      <a:gd name="T81" fmla="*/ 0 h 564"/>
                      <a:gd name="T82" fmla="*/ 0 w 812"/>
                      <a:gd name="T83" fmla="*/ 0 h 564"/>
                      <a:gd name="T84" fmla="*/ 0 w 812"/>
                      <a:gd name="T85" fmla="*/ 0 h 564"/>
                      <a:gd name="T86" fmla="*/ 0 w 812"/>
                      <a:gd name="T87" fmla="*/ 0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3" name="Freeform 96"/>
                  <p:cNvSpPr>
                    <a:spLocks/>
                  </p:cNvSpPr>
                  <p:nvPr/>
                </p:nvSpPr>
                <p:spPr bwMode="ltGray">
                  <a:xfrm>
                    <a:off x="4322" y="519"/>
                    <a:ext cx="19" cy="29"/>
                  </a:xfrm>
                  <a:custGeom>
                    <a:avLst/>
                    <a:gdLst>
                      <a:gd name="T0" fmla="*/ 0 w 43"/>
                      <a:gd name="T1" fmla="*/ 0 h 85"/>
                      <a:gd name="T2" fmla="*/ 0 w 43"/>
                      <a:gd name="T3" fmla="*/ 0 h 85"/>
                      <a:gd name="T4" fmla="*/ 0 w 43"/>
                      <a:gd name="T5" fmla="*/ 0 h 85"/>
                      <a:gd name="T6" fmla="*/ 0 w 43"/>
                      <a:gd name="T7" fmla="*/ 0 h 85"/>
                      <a:gd name="T8" fmla="*/ 0 w 43"/>
                      <a:gd name="T9" fmla="*/ 0 h 85"/>
                      <a:gd name="T10" fmla="*/ 0 w 43"/>
                      <a:gd name="T11" fmla="*/ 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4" name="Freeform 97"/>
                  <p:cNvSpPr>
                    <a:spLocks/>
                  </p:cNvSpPr>
                  <p:nvPr/>
                </p:nvSpPr>
                <p:spPr bwMode="ltGray">
                  <a:xfrm>
                    <a:off x="4588" y="421"/>
                    <a:ext cx="18" cy="24"/>
                  </a:xfrm>
                  <a:custGeom>
                    <a:avLst/>
                    <a:gdLst>
                      <a:gd name="T0" fmla="*/ 0 w 44"/>
                      <a:gd name="T1" fmla="*/ 0 h 74"/>
                      <a:gd name="T2" fmla="*/ 0 w 44"/>
                      <a:gd name="T3" fmla="*/ 0 h 74"/>
                      <a:gd name="T4" fmla="*/ 0 w 44"/>
                      <a:gd name="T5" fmla="*/ 0 h 74"/>
                      <a:gd name="T6" fmla="*/ 0 w 44"/>
                      <a:gd name="T7" fmla="*/ 0 h 74"/>
                      <a:gd name="T8" fmla="*/ 0 w 44"/>
                      <a:gd name="T9" fmla="*/ 0 h 74"/>
                      <a:gd name="T10" fmla="*/ 0 w 44"/>
                      <a:gd name="T11" fmla="*/ 0 h 74"/>
                      <a:gd name="T12" fmla="*/ 0 w 44"/>
                      <a:gd name="T13" fmla="*/ 0 h 74"/>
                      <a:gd name="T14" fmla="*/ 0 w 44"/>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5" name="Freeform 98"/>
                  <p:cNvSpPr>
                    <a:spLocks/>
                  </p:cNvSpPr>
                  <p:nvPr/>
                </p:nvSpPr>
                <p:spPr bwMode="ltGray">
                  <a:xfrm>
                    <a:off x="4639" y="409"/>
                    <a:ext cx="9" cy="10"/>
                  </a:xfrm>
                  <a:custGeom>
                    <a:avLst/>
                    <a:gdLst>
                      <a:gd name="T0" fmla="*/ 0 w 20"/>
                      <a:gd name="T1" fmla="*/ 0 h 30"/>
                      <a:gd name="T2" fmla="*/ 0 w 20"/>
                      <a:gd name="T3" fmla="*/ 0 h 30"/>
                      <a:gd name="T4" fmla="*/ 0 w 20"/>
                      <a:gd name="T5" fmla="*/ 0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6" name="Freeform 99"/>
                  <p:cNvSpPr>
                    <a:spLocks/>
                  </p:cNvSpPr>
                  <p:nvPr/>
                </p:nvSpPr>
                <p:spPr bwMode="ltGray">
                  <a:xfrm>
                    <a:off x="3709" y="315"/>
                    <a:ext cx="433" cy="354"/>
                  </a:xfrm>
                  <a:custGeom>
                    <a:avLst/>
                    <a:gdLst>
                      <a:gd name="T0" fmla="*/ 1 w 682"/>
                      <a:gd name="T1" fmla="*/ 1 h 557"/>
                      <a:gd name="T2" fmla="*/ 1 w 682"/>
                      <a:gd name="T3" fmla="*/ 1 h 557"/>
                      <a:gd name="T4" fmla="*/ 1 w 682"/>
                      <a:gd name="T5" fmla="*/ 1 h 557"/>
                      <a:gd name="T6" fmla="*/ 1 w 682"/>
                      <a:gd name="T7" fmla="*/ 1 h 557"/>
                      <a:gd name="T8" fmla="*/ 1 w 682"/>
                      <a:gd name="T9" fmla="*/ 1 h 557"/>
                      <a:gd name="T10" fmla="*/ 1 w 682"/>
                      <a:gd name="T11" fmla="*/ 1 h 557"/>
                      <a:gd name="T12" fmla="*/ 1 w 682"/>
                      <a:gd name="T13" fmla="*/ 1 h 557"/>
                      <a:gd name="T14" fmla="*/ 1 w 682"/>
                      <a:gd name="T15" fmla="*/ 1 h 557"/>
                      <a:gd name="T16" fmla="*/ 1 w 682"/>
                      <a:gd name="T17" fmla="*/ 1 h 557"/>
                      <a:gd name="T18" fmla="*/ 1 w 682"/>
                      <a:gd name="T19" fmla="*/ 1 h 557"/>
                      <a:gd name="T20" fmla="*/ 1 w 682"/>
                      <a:gd name="T21" fmla="*/ 1 h 557"/>
                      <a:gd name="T22" fmla="*/ 1 w 682"/>
                      <a:gd name="T23" fmla="*/ 1 h 557"/>
                      <a:gd name="T24" fmla="*/ 1 w 682"/>
                      <a:gd name="T25" fmla="*/ 1 h 557"/>
                      <a:gd name="T26" fmla="*/ 1 w 682"/>
                      <a:gd name="T27" fmla="*/ 1 h 557"/>
                      <a:gd name="T28" fmla="*/ 1 w 682"/>
                      <a:gd name="T29" fmla="*/ 1 h 557"/>
                      <a:gd name="T30" fmla="*/ 1 w 682"/>
                      <a:gd name="T31" fmla="*/ 1 h 557"/>
                      <a:gd name="T32" fmla="*/ 1 w 682"/>
                      <a:gd name="T33" fmla="*/ 1 h 557"/>
                      <a:gd name="T34" fmla="*/ 0 w 682"/>
                      <a:gd name="T35" fmla="*/ 1 h 557"/>
                      <a:gd name="T36" fmla="*/ 1 w 682"/>
                      <a:gd name="T37" fmla="*/ 1 h 557"/>
                      <a:gd name="T38" fmla="*/ 1 w 682"/>
                      <a:gd name="T39" fmla="*/ 1 h 557"/>
                      <a:gd name="T40" fmla="*/ 1 w 682"/>
                      <a:gd name="T41" fmla="*/ 1 h 557"/>
                      <a:gd name="T42" fmla="*/ 1 w 682"/>
                      <a:gd name="T43" fmla="*/ 1 h 557"/>
                      <a:gd name="T44" fmla="*/ 1 w 682"/>
                      <a:gd name="T45" fmla="*/ 1 h 557"/>
                      <a:gd name="T46" fmla="*/ 1 w 682"/>
                      <a:gd name="T47" fmla="*/ 1 h 557"/>
                      <a:gd name="T48" fmla="*/ 1 w 682"/>
                      <a:gd name="T49" fmla="*/ 1 h 557"/>
                      <a:gd name="T50" fmla="*/ 1 w 682"/>
                      <a:gd name="T51" fmla="*/ 1 h 557"/>
                      <a:gd name="T52" fmla="*/ 1 w 682"/>
                      <a:gd name="T53" fmla="*/ 0 h 557"/>
                      <a:gd name="T54" fmla="*/ 1 w 682"/>
                      <a:gd name="T55" fmla="*/ 1 h 557"/>
                      <a:gd name="T56" fmla="*/ 1 w 682"/>
                      <a:gd name="T57" fmla="*/ 1 h 557"/>
                      <a:gd name="T58" fmla="*/ 1 w 682"/>
                      <a:gd name="T59" fmla="*/ 1 h 557"/>
                      <a:gd name="T60" fmla="*/ 1 w 682"/>
                      <a:gd name="T61" fmla="*/ 1 h 557"/>
                      <a:gd name="T62" fmla="*/ 1 w 682"/>
                      <a:gd name="T63" fmla="*/ 1 h 557"/>
                      <a:gd name="T64" fmla="*/ 1 w 682"/>
                      <a:gd name="T65" fmla="*/ 1 h 557"/>
                      <a:gd name="T66" fmla="*/ 1 w 682"/>
                      <a:gd name="T67" fmla="*/ 1 h 557"/>
                      <a:gd name="T68" fmla="*/ 1 w 682"/>
                      <a:gd name="T69" fmla="*/ 1 h 557"/>
                      <a:gd name="T70" fmla="*/ 1 w 682"/>
                      <a:gd name="T71" fmla="*/ 1 h 557"/>
                      <a:gd name="T72" fmla="*/ 1 w 682"/>
                      <a:gd name="T73" fmla="*/ 1 h 557"/>
                      <a:gd name="T74" fmla="*/ 1 w 682"/>
                      <a:gd name="T75" fmla="*/ 1 h 557"/>
                      <a:gd name="T76" fmla="*/ 1 w 682"/>
                      <a:gd name="T77" fmla="*/ 1 h 557"/>
                      <a:gd name="T78" fmla="*/ 1 w 682"/>
                      <a:gd name="T79" fmla="*/ 1 h 557"/>
                      <a:gd name="T80" fmla="*/ 1 w 682"/>
                      <a:gd name="T81" fmla="*/ 1 h 557"/>
                      <a:gd name="T82" fmla="*/ 1 w 682"/>
                      <a:gd name="T83" fmla="*/ 1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7" name="Freeform 100"/>
                  <p:cNvSpPr>
                    <a:spLocks/>
                  </p:cNvSpPr>
                  <p:nvPr/>
                </p:nvSpPr>
                <p:spPr bwMode="ltGray">
                  <a:xfrm>
                    <a:off x="3877" y="448"/>
                    <a:ext cx="163" cy="221"/>
                  </a:xfrm>
                  <a:custGeom>
                    <a:avLst/>
                    <a:gdLst>
                      <a:gd name="T0" fmla="*/ 1 w 257"/>
                      <a:gd name="T1" fmla="*/ 1 h 347"/>
                      <a:gd name="T2" fmla="*/ 1 w 257"/>
                      <a:gd name="T3" fmla="*/ 1 h 347"/>
                      <a:gd name="T4" fmla="*/ 1 w 257"/>
                      <a:gd name="T5" fmla="*/ 1 h 347"/>
                      <a:gd name="T6" fmla="*/ 1 w 257"/>
                      <a:gd name="T7" fmla="*/ 1 h 347"/>
                      <a:gd name="T8" fmla="*/ 1 w 257"/>
                      <a:gd name="T9" fmla="*/ 1 h 347"/>
                      <a:gd name="T10" fmla="*/ 1 w 257"/>
                      <a:gd name="T11" fmla="*/ 1 h 347"/>
                      <a:gd name="T12" fmla="*/ 1 w 257"/>
                      <a:gd name="T13" fmla="*/ 1 h 347"/>
                      <a:gd name="T14" fmla="*/ 1 w 257"/>
                      <a:gd name="T15" fmla="*/ 1 h 347"/>
                      <a:gd name="T16" fmla="*/ 1 w 257"/>
                      <a:gd name="T17" fmla="*/ 1 h 347"/>
                      <a:gd name="T18" fmla="*/ 1 w 257"/>
                      <a:gd name="T19" fmla="*/ 1 h 347"/>
                      <a:gd name="T20" fmla="*/ 1 w 257"/>
                      <a:gd name="T21" fmla="*/ 1 h 347"/>
                      <a:gd name="T22" fmla="*/ 1 w 257"/>
                      <a:gd name="T23" fmla="*/ 1 h 347"/>
                      <a:gd name="T24" fmla="*/ 1 w 257"/>
                      <a:gd name="T25" fmla="*/ 1 h 347"/>
                      <a:gd name="T26" fmla="*/ 0 w 257"/>
                      <a:gd name="T27" fmla="*/ 1 h 347"/>
                      <a:gd name="T28" fmla="*/ 1 w 257"/>
                      <a:gd name="T29" fmla="*/ 1 h 347"/>
                      <a:gd name="T30" fmla="*/ 1 w 257"/>
                      <a:gd name="T31" fmla="*/ 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8" name="Freeform 101"/>
                  <p:cNvSpPr>
                    <a:spLocks/>
                  </p:cNvSpPr>
                  <p:nvPr/>
                </p:nvSpPr>
                <p:spPr bwMode="ltGray">
                  <a:xfrm>
                    <a:off x="4164" y="611"/>
                    <a:ext cx="7" cy="12"/>
                  </a:xfrm>
                  <a:custGeom>
                    <a:avLst/>
                    <a:gdLst>
                      <a:gd name="T0" fmla="*/ 0 w 19"/>
                      <a:gd name="T1" fmla="*/ 0 h 37"/>
                      <a:gd name="T2" fmla="*/ 0 w 19"/>
                      <a:gd name="T3" fmla="*/ 0 h 37"/>
                      <a:gd name="T4" fmla="*/ 0 w 19"/>
                      <a:gd name="T5" fmla="*/ 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9" name="Freeform 102"/>
                  <p:cNvSpPr>
                    <a:spLocks/>
                  </p:cNvSpPr>
                  <p:nvPr/>
                </p:nvSpPr>
                <p:spPr bwMode="ltGray">
                  <a:xfrm>
                    <a:off x="4155" y="497"/>
                    <a:ext cx="9" cy="7"/>
                  </a:xfrm>
                  <a:custGeom>
                    <a:avLst/>
                    <a:gdLst>
                      <a:gd name="T0" fmla="*/ 0 w 22"/>
                      <a:gd name="T1" fmla="*/ 0 h 20"/>
                      <a:gd name="T2" fmla="*/ 0 w 22"/>
                      <a:gd name="T3" fmla="*/ 0 h 20"/>
                      <a:gd name="T4" fmla="*/ 0 w 22"/>
                      <a:gd name="T5" fmla="*/ 0 h 20"/>
                      <a:gd name="T6" fmla="*/ 0 w 22"/>
                      <a:gd name="T7" fmla="*/ 0 h 20"/>
                      <a:gd name="T8" fmla="*/ 0 w 22"/>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0" name="Freeform 103"/>
                  <p:cNvSpPr>
                    <a:spLocks/>
                  </p:cNvSpPr>
                  <p:nvPr/>
                </p:nvSpPr>
                <p:spPr bwMode="ltGray">
                  <a:xfrm>
                    <a:off x="3760" y="357"/>
                    <a:ext cx="25" cy="10"/>
                  </a:xfrm>
                  <a:custGeom>
                    <a:avLst/>
                    <a:gdLst>
                      <a:gd name="T0" fmla="*/ 0 w 57"/>
                      <a:gd name="T1" fmla="*/ 0 h 30"/>
                      <a:gd name="T2" fmla="*/ 0 w 57"/>
                      <a:gd name="T3" fmla="*/ 0 h 30"/>
                      <a:gd name="T4" fmla="*/ 0 w 57"/>
                      <a:gd name="T5" fmla="*/ 0 h 30"/>
                      <a:gd name="T6" fmla="*/ 0 w 57"/>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1" name="Freeform 104"/>
                  <p:cNvSpPr>
                    <a:spLocks/>
                  </p:cNvSpPr>
                  <p:nvPr/>
                </p:nvSpPr>
                <p:spPr bwMode="ltGray">
                  <a:xfrm>
                    <a:off x="4062" y="265"/>
                    <a:ext cx="295" cy="233"/>
                  </a:xfrm>
                  <a:custGeom>
                    <a:avLst/>
                    <a:gdLst>
                      <a:gd name="T0" fmla="*/ 0 w 693"/>
                      <a:gd name="T1" fmla="*/ 0 h 696"/>
                      <a:gd name="T2" fmla="*/ 0 w 693"/>
                      <a:gd name="T3" fmla="*/ 0 h 696"/>
                      <a:gd name="T4" fmla="*/ 0 w 693"/>
                      <a:gd name="T5" fmla="*/ 0 h 696"/>
                      <a:gd name="T6" fmla="*/ 0 w 693"/>
                      <a:gd name="T7" fmla="*/ 0 h 696"/>
                      <a:gd name="T8" fmla="*/ 0 w 693"/>
                      <a:gd name="T9" fmla="*/ 0 h 696"/>
                      <a:gd name="T10" fmla="*/ 0 w 693"/>
                      <a:gd name="T11" fmla="*/ 0 h 696"/>
                      <a:gd name="T12" fmla="*/ 0 w 693"/>
                      <a:gd name="T13" fmla="*/ 0 h 696"/>
                      <a:gd name="T14" fmla="*/ 0 w 693"/>
                      <a:gd name="T15" fmla="*/ 0 h 696"/>
                      <a:gd name="T16" fmla="*/ 0 w 693"/>
                      <a:gd name="T17" fmla="*/ 0 h 696"/>
                      <a:gd name="T18" fmla="*/ 0 w 693"/>
                      <a:gd name="T19" fmla="*/ 0 h 696"/>
                      <a:gd name="T20" fmla="*/ 0 w 693"/>
                      <a:gd name="T21" fmla="*/ 0 h 696"/>
                      <a:gd name="T22" fmla="*/ 0 w 693"/>
                      <a:gd name="T23" fmla="*/ 0 h 696"/>
                      <a:gd name="T24" fmla="*/ 0 w 693"/>
                      <a:gd name="T25" fmla="*/ 0 h 696"/>
                      <a:gd name="T26" fmla="*/ 0 w 693"/>
                      <a:gd name="T27" fmla="*/ 0 h 696"/>
                      <a:gd name="T28" fmla="*/ 0 w 693"/>
                      <a:gd name="T29" fmla="*/ 0 h 696"/>
                      <a:gd name="T30" fmla="*/ 0 w 693"/>
                      <a:gd name="T31" fmla="*/ 0 h 696"/>
                      <a:gd name="T32" fmla="*/ 0 w 693"/>
                      <a:gd name="T33" fmla="*/ 0 h 696"/>
                      <a:gd name="T34" fmla="*/ 0 w 693"/>
                      <a:gd name="T35" fmla="*/ 0 h 696"/>
                      <a:gd name="T36" fmla="*/ 0 w 693"/>
                      <a:gd name="T37" fmla="*/ 0 h 696"/>
                      <a:gd name="T38" fmla="*/ 0 w 693"/>
                      <a:gd name="T39" fmla="*/ 0 h 696"/>
                      <a:gd name="T40" fmla="*/ 0 w 693"/>
                      <a:gd name="T41" fmla="*/ 0 h 696"/>
                      <a:gd name="T42" fmla="*/ 0 w 693"/>
                      <a:gd name="T43" fmla="*/ 0 h 696"/>
                      <a:gd name="T44" fmla="*/ 0 w 693"/>
                      <a:gd name="T45" fmla="*/ 0 h 696"/>
                      <a:gd name="T46" fmla="*/ 0 w 693"/>
                      <a:gd name="T47" fmla="*/ 0 h 696"/>
                      <a:gd name="T48" fmla="*/ 0 w 693"/>
                      <a:gd name="T49" fmla="*/ 0 h 696"/>
                      <a:gd name="T50" fmla="*/ 0 w 693"/>
                      <a:gd name="T51" fmla="*/ 0 h 696"/>
                      <a:gd name="T52" fmla="*/ 0 w 693"/>
                      <a:gd name="T53" fmla="*/ 0 h 696"/>
                      <a:gd name="T54" fmla="*/ 0 w 693"/>
                      <a:gd name="T55" fmla="*/ 0 h 696"/>
                      <a:gd name="T56" fmla="*/ 0 w 693"/>
                      <a:gd name="T57" fmla="*/ 0 h 696"/>
                      <a:gd name="T58" fmla="*/ 0 w 693"/>
                      <a:gd name="T59" fmla="*/ 0 h 696"/>
                      <a:gd name="T60" fmla="*/ 0 w 693"/>
                      <a:gd name="T61" fmla="*/ 0 h 696"/>
                      <a:gd name="T62" fmla="*/ 0 w 693"/>
                      <a:gd name="T63" fmla="*/ 0 h 696"/>
                      <a:gd name="T64" fmla="*/ 0 w 693"/>
                      <a:gd name="T65" fmla="*/ 0 h 696"/>
                      <a:gd name="T66" fmla="*/ 0 w 693"/>
                      <a:gd name="T67" fmla="*/ 0 h 696"/>
                      <a:gd name="T68" fmla="*/ 0 w 693"/>
                      <a:gd name="T69" fmla="*/ 0 h 696"/>
                      <a:gd name="T70" fmla="*/ 0 w 693"/>
                      <a:gd name="T71" fmla="*/ 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2" name="Freeform 105"/>
                  <p:cNvSpPr>
                    <a:spLocks/>
                  </p:cNvSpPr>
                  <p:nvPr/>
                </p:nvSpPr>
                <p:spPr bwMode="ltGray">
                  <a:xfrm>
                    <a:off x="3861" y="247"/>
                    <a:ext cx="591" cy="95"/>
                  </a:xfrm>
                  <a:custGeom>
                    <a:avLst/>
                    <a:gdLst>
                      <a:gd name="T0" fmla="*/ 1 w 931"/>
                      <a:gd name="T1" fmla="*/ 0 h 149"/>
                      <a:gd name="T2" fmla="*/ 1 w 931"/>
                      <a:gd name="T3" fmla="*/ 1 h 149"/>
                      <a:gd name="T4" fmla="*/ 1 w 931"/>
                      <a:gd name="T5" fmla="*/ 1 h 149"/>
                      <a:gd name="T6" fmla="*/ 1 w 931"/>
                      <a:gd name="T7" fmla="*/ 1 h 149"/>
                      <a:gd name="T8" fmla="*/ 1 w 931"/>
                      <a:gd name="T9" fmla="*/ 1 h 149"/>
                      <a:gd name="T10" fmla="*/ 0 w 931"/>
                      <a:gd name="T11" fmla="*/ 1 h 149"/>
                      <a:gd name="T12" fmla="*/ 1 w 931"/>
                      <a:gd name="T13" fmla="*/ 1 h 149"/>
                      <a:gd name="T14" fmla="*/ 1 w 931"/>
                      <a:gd name="T15" fmla="*/ 1 h 149"/>
                      <a:gd name="T16" fmla="*/ 1 w 931"/>
                      <a:gd name="T17" fmla="*/ 1 h 149"/>
                      <a:gd name="T18" fmla="*/ 1 w 931"/>
                      <a:gd name="T19" fmla="*/ 1 h 149"/>
                      <a:gd name="T20" fmla="*/ 1 w 931"/>
                      <a:gd name="T21" fmla="*/ 1 h 149"/>
                      <a:gd name="T22" fmla="*/ 1 w 931"/>
                      <a:gd name="T23" fmla="*/ 1 h 149"/>
                      <a:gd name="T24" fmla="*/ 1 w 931"/>
                      <a:gd name="T25" fmla="*/ 1 h 149"/>
                      <a:gd name="T26" fmla="*/ 1 w 931"/>
                      <a:gd name="T27" fmla="*/ 1 h 149"/>
                      <a:gd name="T28" fmla="*/ 1 w 931"/>
                      <a:gd name="T29" fmla="*/ 1 h 149"/>
                      <a:gd name="T30" fmla="*/ 1 w 931"/>
                      <a:gd name="T31" fmla="*/ 1 h 149"/>
                      <a:gd name="T32" fmla="*/ 1 w 931"/>
                      <a:gd name="T33" fmla="*/ 1 h 149"/>
                      <a:gd name="T34" fmla="*/ 1 w 931"/>
                      <a:gd name="T35" fmla="*/ 1 h 149"/>
                      <a:gd name="T36" fmla="*/ 1 w 931"/>
                      <a:gd name="T37" fmla="*/ 1 h 149"/>
                      <a:gd name="T38" fmla="*/ 1 w 931"/>
                      <a:gd name="T39" fmla="*/ 1 h 149"/>
                      <a:gd name="T40" fmla="*/ 1 w 931"/>
                      <a:gd name="T41" fmla="*/ 1 h 149"/>
                      <a:gd name="T42" fmla="*/ 1 w 931"/>
                      <a:gd name="T43" fmla="*/ 1 h 149"/>
                      <a:gd name="T44" fmla="*/ 1 w 931"/>
                      <a:gd name="T45" fmla="*/ 1 h 149"/>
                      <a:gd name="T46" fmla="*/ 1 w 931"/>
                      <a:gd name="T47" fmla="*/ 1 h 149"/>
                      <a:gd name="T48" fmla="*/ 1 w 931"/>
                      <a:gd name="T49" fmla="*/ 1 h 149"/>
                      <a:gd name="T50" fmla="*/ 1 w 931"/>
                      <a:gd name="T51" fmla="*/ 1 h 149"/>
                      <a:gd name="T52" fmla="*/ 1 w 931"/>
                      <a:gd name="T53" fmla="*/ 1 h 149"/>
                      <a:gd name="T54" fmla="*/ 1 w 931"/>
                      <a:gd name="T55" fmla="*/ 1 h 149"/>
                      <a:gd name="T56" fmla="*/ 1 w 931"/>
                      <a:gd name="T57" fmla="*/ 1 h 149"/>
                      <a:gd name="T58" fmla="*/ 1 w 931"/>
                      <a:gd name="T59" fmla="*/ 1 h 149"/>
                      <a:gd name="T60" fmla="*/ 1 w 931"/>
                      <a:gd name="T61" fmla="*/ 1 h 149"/>
                      <a:gd name="T62" fmla="*/ 1 w 931"/>
                      <a:gd name="T63" fmla="*/ 1 h 149"/>
                      <a:gd name="T64" fmla="*/ 1 w 931"/>
                      <a:gd name="T65" fmla="*/ 1 h 149"/>
                      <a:gd name="T66" fmla="*/ 1 w 931"/>
                      <a:gd name="T67" fmla="*/ 1 h 149"/>
                      <a:gd name="T68" fmla="*/ 1 w 931"/>
                      <a:gd name="T69" fmla="*/ 1 h 149"/>
                      <a:gd name="T70" fmla="*/ 1 w 931"/>
                      <a:gd name="T71" fmla="*/ 1 h 149"/>
                      <a:gd name="T72" fmla="*/ 1 w 931"/>
                      <a:gd name="T73" fmla="*/ 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3" name="Freeform 106"/>
                  <p:cNvSpPr>
                    <a:spLocks/>
                  </p:cNvSpPr>
                  <p:nvPr/>
                </p:nvSpPr>
                <p:spPr bwMode="ltGray">
                  <a:xfrm>
                    <a:off x="3981" y="282"/>
                    <a:ext cx="13" cy="10"/>
                  </a:xfrm>
                  <a:custGeom>
                    <a:avLst/>
                    <a:gdLst>
                      <a:gd name="T0" fmla="*/ 0 w 31"/>
                      <a:gd name="T1" fmla="*/ 0 h 30"/>
                      <a:gd name="T2" fmla="*/ 0 w 31"/>
                      <a:gd name="T3" fmla="*/ 0 h 30"/>
                      <a:gd name="T4" fmla="*/ 0 w 31"/>
                      <a:gd name="T5" fmla="*/ 0 h 30"/>
                      <a:gd name="T6" fmla="*/ 0 w 31"/>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4" name="Freeform 107"/>
                  <p:cNvSpPr>
                    <a:spLocks/>
                  </p:cNvSpPr>
                  <p:nvPr/>
                </p:nvSpPr>
                <p:spPr bwMode="ltGray">
                  <a:xfrm>
                    <a:off x="3966" y="296"/>
                    <a:ext cx="19" cy="11"/>
                  </a:xfrm>
                  <a:custGeom>
                    <a:avLst/>
                    <a:gdLst>
                      <a:gd name="T0" fmla="*/ 0 w 44"/>
                      <a:gd name="T1" fmla="*/ 0 h 32"/>
                      <a:gd name="T2" fmla="*/ 0 w 44"/>
                      <a:gd name="T3" fmla="*/ 0 h 32"/>
                      <a:gd name="T4" fmla="*/ 0 w 44"/>
                      <a:gd name="T5" fmla="*/ 0 h 32"/>
                      <a:gd name="T6" fmla="*/ 0 w 44"/>
                      <a:gd name="T7" fmla="*/ 0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5" name="Freeform 108"/>
                  <p:cNvSpPr>
                    <a:spLocks/>
                  </p:cNvSpPr>
                  <p:nvPr/>
                </p:nvSpPr>
                <p:spPr bwMode="ltGray">
                  <a:xfrm>
                    <a:off x="4028" y="337"/>
                    <a:ext cx="32" cy="6"/>
                  </a:xfrm>
                  <a:custGeom>
                    <a:avLst/>
                    <a:gdLst>
                      <a:gd name="T0" fmla="*/ 0 w 76"/>
                      <a:gd name="T1" fmla="*/ 0 h 18"/>
                      <a:gd name="T2" fmla="*/ 0 w 76"/>
                      <a:gd name="T3" fmla="*/ 0 h 18"/>
                      <a:gd name="T4" fmla="*/ 0 w 76"/>
                      <a:gd name="T5" fmla="*/ 0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6" name="Freeform 109"/>
                  <p:cNvSpPr>
                    <a:spLocks/>
                  </p:cNvSpPr>
                  <p:nvPr/>
                </p:nvSpPr>
                <p:spPr bwMode="ltGray">
                  <a:xfrm>
                    <a:off x="4083" y="336"/>
                    <a:ext cx="18" cy="15"/>
                  </a:xfrm>
                  <a:custGeom>
                    <a:avLst/>
                    <a:gdLst>
                      <a:gd name="T0" fmla="*/ 0 w 42"/>
                      <a:gd name="T1" fmla="*/ 0 h 44"/>
                      <a:gd name="T2" fmla="*/ 0 w 42"/>
                      <a:gd name="T3" fmla="*/ 0 h 44"/>
                      <a:gd name="T4" fmla="*/ 0 w 42"/>
                      <a:gd name="T5" fmla="*/ 0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7" name="Freeform 110"/>
                  <p:cNvSpPr>
                    <a:spLocks/>
                  </p:cNvSpPr>
                  <p:nvPr/>
                </p:nvSpPr>
                <p:spPr bwMode="ltGray">
                  <a:xfrm>
                    <a:off x="3936" y="295"/>
                    <a:ext cx="14" cy="10"/>
                  </a:xfrm>
                  <a:custGeom>
                    <a:avLst/>
                    <a:gdLst>
                      <a:gd name="T0" fmla="*/ 0 w 31"/>
                      <a:gd name="T1" fmla="*/ 0 h 30"/>
                      <a:gd name="T2" fmla="*/ 0 w 31"/>
                      <a:gd name="T3" fmla="*/ 0 h 30"/>
                      <a:gd name="T4" fmla="*/ 0 w 31"/>
                      <a:gd name="T5" fmla="*/ 0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grpSp>
          <p:grpSp>
            <p:nvGrpSpPr>
              <p:cNvPr id="1036" name="Group 111"/>
              <p:cNvGrpSpPr>
                <a:grpSpLocks/>
              </p:cNvGrpSpPr>
              <p:nvPr/>
            </p:nvGrpSpPr>
            <p:grpSpPr bwMode="auto">
              <a:xfrm>
                <a:off x="798" y="111"/>
                <a:ext cx="4702" cy="418"/>
                <a:chOff x="798" y="255"/>
                <a:chExt cx="4702" cy="418"/>
              </a:xfrm>
            </p:grpSpPr>
            <p:sp>
              <p:nvSpPr>
                <p:cNvPr id="1063" name="Line 112"/>
                <p:cNvSpPr>
                  <a:spLocks noChangeShapeType="1"/>
                </p:cNvSpPr>
                <p:nvPr/>
              </p:nvSpPr>
              <p:spPr bwMode="white">
                <a:xfrm>
                  <a:off x="798" y="476"/>
                  <a:ext cx="4702"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4" name="Line 113"/>
                <p:cNvSpPr>
                  <a:spLocks noChangeShapeType="1"/>
                </p:cNvSpPr>
                <p:nvPr/>
              </p:nvSpPr>
              <p:spPr bwMode="white">
                <a:xfrm>
                  <a:off x="102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5" name="Line 114"/>
                <p:cNvSpPr>
                  <a:spLocks noChangeShapeType="1"/>
                </p:cNvSpPr>
                <p:nvPr/>
              </p:nvSpPr>
              <p:spPr bwMode="white">
                <a:xfrm>
                  <a:off x="125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6" name="Line 115"/>
                <p:cNvSpPr>
                  <a:spLocks noChangeShapeType="1"/>
                </p:cNvSpPr>
                <p:nvPr/>
              </p:nvSpPr>
              <p:spPr bwMode="white">
                <a:xfrm>
                  <a:off x="148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7" name="Line 116"/>
                <p:cNvSpPr>
                  <a:spLocks noChangeShapeType="1"/>
                </p:cNvSpPr>
                <p:nvPr/>
              </p:nvSpPr>
              <p:spPr bwMode="white">
                <a:xfrm>
                  <a:off x="171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8" name="Line 117"/>
                <p:cNvSpPr>
                  <a:spLocks noChangeShapeType="1"/>
                </p:cNvSpPr>
                <p:nvPr/>
              </p:nvSpPr>
              <p:spPr bwMode="white">
                <a:xfrm>
                  <a:off x="193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9" name="Line 118"/>
                <p:cNvSpPr>
                  <a:spLocks noChangeShapeType="1"/>
                </p:cNvSpPr>
                <p:nvPr/>
              </p:nvSpPr>
              <p:spPr bwMode="white">
                <a:xfrm>
                  <a:off x="216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0" name="Line 119"/>
                <p:cNvSpPr>
                  <a:spLocks noChangeShapeType="1"/>
                </p:cNvSpPr>
                <p:nvPr/>
              </p:nvSpPr>
              <p:spPr bwMode="white">
                <a:xfrm>
                  <a:off x="239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1" name="Line 120"/>
                <p:cNvSpPr>
                  <a:spLocks noChangeShapeType="1"/>
                </p:cNvSpPr>
                <p:nvPr/>
              </p:nvSpPr>
              <p:spPr bwMode="white">
                <a:xfrm>
                  <a:off x="262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2" name="Line 121"/>
                <p:cNvSpPr>
                  <a:spLocks noChangeShapeType="1"/>
                </p:cNvSpPr>
                <p:nvPr/>
              </p:nvSpPr>
              <p:spPr bwMode="white">
                <a:xfrm>
                  <a:off x="285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3" name="Line 122"/>
                <p:cNvSpPr>
                  <a:spLocks noChangeShapeType="1"/>
                </p:cNvSpPr>
                <p:nvPr/>
              </p:nvSpPr>
              <p:spPr bwMode="white">
                <a:xfrm>
                  <a:off x="307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4" name="Line 123"/>
                <p:cNvSpPr>
                  <a:spLocks noChangeShapeType="1"/>
                </p:cNvSpPr>
                <p:nvPr/>
              </p:nvSpPr>
              <p:spPr bwMode="white">
                <a:xfrm>
                  <a:off x="330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5" name="Line 124"/>
                <p:cNvSpPr>
                  <a:spLocks noChangeShapeType="1"/>
                </p:cNvSpPr>
                <p:nvPr/>
              </p:nvSpPr>
              <p:spPr bwMode="white">
                <a:xfrm>
                  <a:off x="353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6" name="Line 125"/>
                <p:cNvSpPr>
                  <a:spLocks noChangeShapeType="1"/>
                </p:cNvSpPr>
                <p:nvPr/>
              </p:nvSpPr>
              <p:spPr bwMode="white">
                <a:xfrm>
                  <a:off x="376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7" name="Line 126"/>
                <p:cNvSpPr>
                  <a:spLocks noChangeShapeType="1"/>
                </p:cNvSpPr>
                <p:nvPr/>
              </p:nvSpPr>
              <p:spPr bwMode="white">
                <a:xfrm>
                  <a:off x="399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8" name="Line 127"/>
                <p:cNvSpPr>
                  <a:spLocks noChangeShapeType="1"/>
                </p:cNvSpPr>
                <p:nvPr/>
              </p:nvSpPr>
              <p:spPr bwMode="white">
                <a:xfrm>
                  <a:off x="421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9" name="Line 128"/>
                <p:cNvSpPr>
                  <a:spLocks noChangeShapeType="1"/>
                </p:cNvSpPr>
                <p:nvPr/>
              </p:nvSpPr>
              <p:spPr bwMode="white">
                <a:xfrm>
                  <a:off x="444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0" name="Line 129"/>
                <p:cNvSpPr>
                  <a:spLocks noChangeShapeType="1"/>
                </p:cNvSpPr>
                <p:nvPr/>
              </p:nvSpPr>
              <p:spPr bwMode="white">
                <a:xfrm>
                  <a:off x="467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1" name="Line 130"/>
                <p:cNvSpPr>
                  <a:spLocks noChangeShapeType="1"/>
                </p:cNvSpPr>
                <p:nvPr/>
              </p:nvSpPr>
              <p:spPr bwMode="white">
                <a:xfrm>
                  <a:off x="490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2" name="Line 131"/>
                <p:cNvSpPr>
                  <a:spLocks noChangeShapeType="1"/>
                </p:cNvSpPr>
                <p:nvPr/>
              </p:nvSpPr>
              <p:spPr bwMode="white">
                <a:xfrm>
                  <a:off x="513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3" name="Line 132"/>
                <p:cNvSpPr>
                  <a:spLocks noChangeShapeType="1"/>
                </p:cNvSpPr>
                <p:nvPr/>
              </p:nvSpPr>
              <p:spPr bwMode="white">
                <a:xfrm>
                  <a:off x="535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nvGrpSpPr>
              <p:cNvPr id="1037" name="Group 133"/>
              <p:cNvGrpSpPr>
                <a:grpSpLocks/>
              </p:cNvGrpSpPr>
              <p:nvPr/>
            </p:nvGrpSpPr>
            <p:grpSpPr bwMode="auto">
              <a:xfrm>
                <a:off x="1208" y="109"/>
                <a:ext cx="3694" cy="423"/>
                <a:chOff x="1034" y="245"/>
                <a:chExt cx="3694" cy="423"/>
              </a:xfrm>
            </p:grpSpPr>
            <p:sp>
              <p:nvSpPr>
                <p:cNvPr id="1038" name="Line 134"/>
                <p:cNvSpPr>
                  <a:spLocks noChangeShapeType="1"/>
                </p:cNvSpPr>
                <p:nvPr/>
              </p:nvSpPr>
              <p:spPr bwMode="ltGray">
                <a:xfrm>
                  <a:off x="2676" y="246"/>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39" name="Line 135"/>
                <p:cNvSpPr>
                  <a:spLocks noChangeShapeType="1"/>
                </p:cNvSpPr>
                <p:nvPr/>
              </p:nvSpPr>
              <p:spPr bwMode="ltGray">
                <a:xfrm>
                  <a:off x="2798" y="468"/>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0" name="Line 136"/>
                <p:cNvSpPr>
                  <a:spLocks noChangeShapeType="1"/>
                </p:cNvSpPr>
                <p:nvPr/>
              </p:nvSpPr>
              <p:spPr bwMode="ltGray">
                <a:xfrm>
                  <a:off x="2904" y="486"/>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1" name="Line 137"/>
                <p:cNvSpPr>
                  <a:spLocks noChangeShapeType="1"/>
                </p:cNvSpPr>
                <p:nvPr/>
              </p:nvSpPr>
              <p:spPr bwMode="ltGray">
                <a:xfrm>
                  <a:off x="3132" y="586"/>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2" name="Line 138"/>
                <p:cNvSpPr>
                  <a:spLocks noChangeShapeType="1"/>
                </p:cNvSpPr>
                <p:nvPr/>
              </p:nvSpPr>
              <p:spPr bwMode="ltGray">
                <a:xfrm>
                  <a:off x="3816" y="358"/>
                  <a:ext cx="0" cy="18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3" name="Line 139"/>
                <p:cNvSpPr>
                  <a:spLocks noChangeShapeType="1"/>
                </p:cNvSpPr>
                <p:nvPr/>
              </p:nvSpPr>
              <p:spPr bwMode="ltGray">
                <a:xfrm>
                  <a:off x="3722"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4" name="Line 140"/>
                <p:cNvSpPr>
                  <a:spLocks noChangeShapeType="1"/>
                </p:cNvSpPr>
                <p:nvPr/>
              </p:nvSpPr>
              <p:spPr bwMode="ltGray">
                <a:xfrm>
                  <a:off x="4044" y="372"/>
                  <a:ext cx="0" cy="29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5" name="Line 141"/>
                <p:cNvSpPr>
                  <a:spLocks noChangeShapeType="1"/>
                </p:cNvSpPr>
                <p:nvPr/>
              </p:nvSpPr>
              <p:spPr bwMode="ltGray">
                <a:xfrm flipV="1">
                  <a:off x="4046" y="248"/>
                  <a:ext cx="0" cy="5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6" name="Line 142"/>
                <p:cNvSpPr>
                  <a:spLocks noChangeShapeType="1"/>
                </p:cNvSpPr>
                <p:nvPr/>
              </p:nvSpPr>
              <p:spPr bwMode="ltGray">
                <a:xfrm flipV="1">
                  <a:off x="4272" y="246"/>
                  <a:ext cx="0" cy="18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7" name="Line 143"/>
                <p:cNvSpPr>
                  <a:spLocks noChangeShapeType="1"/>
                </p:cNvSpPr>
                <p:nvPr/>
              </p:nvSpPr>
              <p:spPr bwMode="ltGray">
                <a:xfrm flipH="1">
                  <a:off x="4422" y="468"/>
                  <a:ext cx="7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8" name="Line 144"/>
                <p:cNvSpPr>
                  <a:spLocks noChangeShapeType="1"/>
                </p:cNvSpPr>
                <p:nvPr/>
              </p:nvSpPr>
              <p:spPr bwMode="ltGray">
                <a:xfrm flipH="1">
                  <a:off x="4290" y="468"/>
                  <a:ext cx="6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9" name="Line 145"/>
                <p:cNvSpPr>
                  <a:spLocks noChangeShapeType="1"/>
                </p:cNvSpPr>
                <p:nvPr/>
              </p:nvSpPr>
              <p:spPr bwMode="ltGray">
                <a:xfrm flipV="1">
                  <a:off x="4500" y="246"/>
                  <a:ext cx="0" cy="27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0" name="Line 146"/>
                <p:cNvSpPr>
                  <a:spLocks noChangeShapeType="1"/>
                </p:cNvSpPr>
                <p:nvPr/>
              </p:nvSpPr>
              <p:spPr bwMode="ltGray">
                <a:xfrm>
                  <a:off x="4728" y="606"/>
                  <a:ext cx="0" cy="3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1" name="Line 147"/>
                <p:cNvSpPr>
                  <a:spLocks noChangeShapeType="1"/>
                </p:cNvSpPr>
                <p:nvPr/>
              </p:nvSpPr>
              <p:spPr bwMode="ltGray">
                <a:xfrm>
                  <a:off x="1992" y="250"/>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2" name="Line 148"/>
                <p:cNvSpPr>
                  <a:spLocks noChangeShapeType="1"/>
                </p:cNvSpPr>
                <p:nvPr/>
              </p:nvSpPr>
              <p:spPr bwMode="ltGray">
                <a:xfrm>
                  <a:off x="1764" y="247"/>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3" name="Line 149"/>
                <p:cNvSpPr>
                  <a:spLocks noChangeShapeType="1"/>
                </p:cNvSpPr>
                <p:nvPr/>
              </p:nvSpPr>
              <p:spPr bwMode="ltGray">
                <a:xfrm flipH="1">
                  <a:off x="1738" y="468"/>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4" name="Line 150"/>
                <p:cNvSpPr>
                  <a:spLocks noChangeShapeType="1"/>
                </p:cNvSpPr>
                <p:nvPr/>
              </p:nvSpPr>
              <p:spPr bwMode="ltGray">
                <a:xfrm>
                  <a:off x="1604" y="468"/>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5" name="Line 151"/>
                <p:cNvSpPr>
                  <a:spLocks noChangeShapeType="1"/>
                </p:cNvSpPr>
                <p:nvPr/>
              </p:nvSpPr>
              <p:spPr bwMode="ltGray">
                <a:xfrm flipH="1">
                  <a:off x="1404" y="468"/>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6" name="Line 152"/>
                <p:cNvSpPr>
                  <a:spLocks noChangeShapeType="1"/>
                </p:cNvSpPr>
                <p:nvPr/>
              </p:nvSpPr>
              <p:spPr bwMode="ltGray">
                <a:xfrm>
                  <a:off x="1034"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7" name="Line 153"/>
                <p:cNvSpPr>
                  <a:spLocks noChangeShapeType="1"/>
                </p:cNvSpPr>
                <p:nvPr/>
              </p:nvSpPr>
              <p:spPr bwMode="ltGray">
                <a:xfrm>
                  <a:off x="1306" y="370"/>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8" name="Line 154"/>
                <p:cNvSpPr>
                  <a:spLocks noChangeShapeType="1"/>
                </p:cNvSpPr>
                <p:nvPr/>
              </p:nvSpPr>
              <p:spPr bwMode="ltGray">
                <a:xfrm>
                  <a:off x="1080" y="388"/>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9" name="Line 155"/>
                <p:cNvSpPr>
                  <a:spLocks noChangeShapeType="1"/>
                </p:cNvSpPr>
                <p:nvPr/>
              </p:nvSpPr>
              <p:spPr bwMode="ltGray">
                <a:xfrm flipH="1" flipV="1">
                  <a:off x="1308" y="245"/>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0" name="Line 156"/>
                <p:cNvSpPr>
                  <a:spLocks noChangeShapeType="1"/>
                </p:cNvSpPr>
                <p:nvPr/>
              </p:nvSpPr>
              <p:spPr bwMode="ltGray">
                <a:xfrm>
                  <a:off x="1536" y="316"/>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1" name="Line 157"/>
                <p:cNvSpPr>
                  <a:spLocks noChangeShapeType="1"/>
                </p:cNvSpPr>
                <p:nvPr/>
              </p:nvSpPr>
              <p:spPr bwMode="ltGray">
                <a:xfrm flipV="1">
                  <a:off x="1536" y="247"/>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2" name="Line 158"/>
                <p:cNvSpPr>
                  <a:spLocks noChangeShapeType="1"/>
                </p:cNvSpPr>
                <p:nvPr/>
              </p:nvSpPr>
              <p:spPr bwMode="ltGray">
                <a:xfrm>
                  <a:off x="4095" y="467"/>
                  <a:ext cx="8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pic>
          <p:nvPicPr>
            <p:cNvPr id="1033" name="Picture 159" descr="earth"/>
            <p:cNvPicPr>
              <a:picLocks noChangeAspect="1" noChangeArrowheads="1"/>
            </p:cNvPicPr>
            <p:nvPr userDrawn="1"/>
          </p:nvPicPr>
          <p:blipFill>
            <a:blip r:embed="rId16">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65" y="55"/>
              <a:ext cx="56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7093817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dt="0"/>
  <p:txStyles>
    <p:titleStyle>
      <a:lvl1pPr algn="l" rtl="0" eaLnBrk="1" fontAlgn="base" hangingPunct="1">
        <a:spcBef>
          <a:spcPct val="0"/>
        </a:spcBef>
        <a:spcAft>
          <a:spcPct val="0"/>
        </a:spcAft>
        <a:defRPr sz="3300" b="1" i="1">
          <a:solidFill>
            <a:schemeClr val="tx2"/>
          </a:solidFill>
          <a:latin typeface="+mj-lt"/>
          <a:ea typeface="+mj-ea"/>
          <a:cs typeface="+mj-cs"/>
        </a:defRPr>
      </a:lvl1pPr>
      <a:lvl2pPr algn="l" rtl="0" eaLnBrk="1" fontAlgn="base" hangingPunct="1">
        <a:spcBef>
          <a:spcPct val="0"/>
        </a:spcBef>
        <a:spcAft>
          <a:spcPct val="0"/>
        </a:spcAft>
        <a:defRPr sz="3300" b="1" i="1">
          <a:solidFill>
            <a:schemeClr val="tx2"/>
          </a:solidFill>
          <a:latin typeface="Times New Roman" pitchFamily="18" charset="0"/>
        </a:defRPr>
      </a:lvl2pPr>
      <a:lvl3pPr algn="l" rtl="0" eaLnBrk="1" fontAlgn="base" hangingPunct="1">
        <a:spcBef>
          <a:spcPct val="0"/>
        </a:spcBef>
        <a:spcAft>
          <a:spcPct val="0"/>
        </a:spcAft>
        <a:defRPr sz="3300" b="1" i="1">
          <a:solidFill>
            <a:schemeClr val="tx2"/>
          </a:solidFill>
          <a:latin typeface="Times New Roman" pitchFamily="18" charset="0"/>
        </a:defRPr>
      </a:lvl3pPr>
      <a:lvl4pPr algn="l" rtl="0" eaLnBrk="1" fontAlgn="base" hangingPunct="1">
        <a:spcBef>
          <a:spcPct val="0"/>
        </a:spcBef>
        <a:spcAft>
          <a:spcPct val="0"/>
        </a:spcAft>
        <a:defRPr sz="3300" b="1" i="1">
          <a:solidFill>
            <a:schemeClr val="tx2"/>
          </a:solidFill>
          <a:latin typeface="Times New Roman" pitchFamily="18" charset="0"/>
        </a:defRPr>
      </a:lvl4pPr>
      <a:lvl5pPr algn="l" rtl="0" eaLnBrk="1" fontAlgn="base" hangingPunct="1">
        <a:spcBef>
          <a:spcPct val="0"/>
        </a:spcBef>
        <a:spcAft>
          <a:spcPct val="0"/>
        </a:spcAft>
        <a:defRPr sz="3300" b="1" i="1">
          <a:solidFill>
            <a:schemeClr val="tx2"/>
          </a:solidFill>
          <a:latin typeface="Times New Roman" pitchFamily="18" charset="0"/>
        </a:defRPr>
      </a:lvl5pPr>
      <a:lvl6pPr marL="342900" algn="l" rtl="0" eaLnBrk="1" fontAlgn="base" hangingPunct="1">
        <a:spcBef>
          <a:spcPct val="0"/>
        </a:spcBef>
        <a:spcAft>
          <a:spcPct val="0"/>
        </a:spcAft>
        <a:defRPr sz="3300" i="1">
          <a:solidFill>
            <a:schemeClr val="tx2"/>
          </a:solidFill>
          <a:latin typeface="Times New Roman" pitchFamily="18" charset="0"/>
        </a:defRPr>
      </a:lvl6pPr>
      <a:lvl7pPr marL="685800" algn="l" rtl="0" eaLnBrk="1" fontAlgn="base" hangingPunct="1">
        <a:spcBef>
          <a:spcPct val="0"/>
        </a:spcBef>
        <a:spcAft>
          <a:spcPct val="0"/>
        </a:spcAft>
        <a:defRPr sz="3300" i="1">
          <a:solidFill>
            <a:schemeClr val="tx2"/>
          </a:solidFill>
          <a:latin typeface="Times New Roman" pitchFamily="18" charset="0"/>
        </a:defRPr>
      </a:lvl7pPr>
      <a:lvl8pPr marL="1028700" algn="l" rtl="0" eaLnBrk="1" fontAlgn="base" hangingPunct="1">
        <a:spcBef>
          <a:spcPct val="0"/>
        </a:spcBef>
        <a:spcAft>
          <a:spcPct val="0"/>
        </a:spcAft>
        <a:defRPr sz="3300" i="1">
          <a:solidFill>
            <a:schemeClr val="tx2"/>
          </a:solidFill>
          <a:latin typeface="Times New Roman" pitchFamily="18" charset="0"/>
        </a:defRPr>
      </a:lvl8pPr>
      <a:lvl9pPr marL="1371600" algn="l" rtl="0" eaLnBrk="1" fontAlgn="base" hangingPunct="1">
        <a:spcBef>
          <a:spcPct val="0"/>
        </a:spcBef>
        <a:spcAft>
          <a:spcPct val="0"/>
        </a:spcAft>
        <a:defRPr sz="3300" i="1">
          <a:solidFill>
            <a:schemeClr val="tx2"/>
          </a:solidFill>
          <a:latin typeface="Times New Roman" pitchFamily="18" charset="0"/>
        </a:defRPr>
      </a:lvl9pPr>
    </p:titleStyle>
    <p:bodyStyle>
      <a:lvl1pPr marL="257175" indent="-257175" algn="l" rtl="0" eaLnBrk="1" fontAlgn="base" hangingPunct="1">
        <a:spcBef>
          <a:spcPct val="20000"/>
        </a:spcBef>
        <a:spcAft>
          <a:spcPct val="0"/>
        </a:spcAft>
        <a:buBlip>
          <a:blip r:embed="rId17"/>
        </a:buBlip>
        <a:defRPr sz="2100">
          <a:solidFill>
            <a:schemeClr val="tx1"/>
          </a:solidFill>
          <a:latin typeface="Arial" pitchFamily="34" charset="0"/>
          <a:ea typeface="+mn-ea"/>
          <a:cs typeface="Arial" pitchFamily="34" charset="0"/>
        </a:defRPr>
      </a:lvl1pPr>
      <a:lvl2pPr marL="557213" indent="-214313" algn="l" rtl="0" eaLnBrk="1" fontAlgn="base" hangingPunct="1">
        <a:spcBef>
          <a:spcPct val="20000"/>
        </a:spcBef>
        <a:spcAft>
          <a:spcPct val="0"/>
        </a:spcAft>
        <a:buSzPct val="75000"/>
        <a:buBlip>
          <a:blip r:embed="rId18"/>
        </a:buBlip>
        <a:defRPr sz="1800">
          <a:solidFill>
            <a:schemeClr val="tx1"/>
          </a:solidFill>
          <a:latin typeface="Arial" pitchFamily="34" charset="0"/>
          <a:cs typeface="Arial" pitchFamily="34" charset="0"/>
        </a:defRPr>
      </a:lvl2pPr>
      <a:lvl3pPr marL="857250" indent="-171450" algn="l" rtl="0" eaLnBrk="1" fontAlgn="base" hangingPunct="1">
        <a:spcBef>
          <a:spcPct val="20000"/>
        </a:spcBef>
        <a:spcAft>
          <a:spcPct val="0"/>
        </a:spcAft>
        <a:buChar char="•"/>
        <a:defRPr sz="1800">
          <a:solidFill>
            <a:schemeClr val="tx1"/>
          </a:solidFill>
          <a:latin typeface="+mn-lt"/>
          <a:cs typeface="Arial" charset="0"/>
        </a:defRPr>
      </a:lvl3pPr>
      <a:lvl4pPr marL="1200150" indent="-171450" algn="l" rtl="0" eaLnBrk="1" fontAlgn="base" hangingPunct="1">
        <a:spcBef>
          <a:spcPct val="20000"/>
        </a:spcBef>
        <a:spcAft>
          <a:spcPct val="0"/>
        </a:spcAft>
        <a:buChar char="–"/>
        <a:defRPr sz="1500">
          <a:solidFill>
            <a:schemeClr val="tx1"/>
          </a:solidFill>
          <a:latin typeface="+mn-lt"/>
          <a:cs typeface="Arial" charset="0"/>
        </a:defRPr>
      </a:lvl4pPr>
      <a:lvl5pPr marL="1543050" indent="-171450" algn="l" rtl="0" eaLnBrk="1" fontAlgn="base" hangingPunct="1">
        <a:spcBef>
          <a:spcPct val="20000"/>
        </a:spcBef>
        <a:spcAft>
          <a:spcPct val="0"/>
        </a:spcAft>
        <a:buClr>
          <a:schemeClr val="tx2"/>
        </a:buClr>
        <a:buChar char="–"/>
        <a:defRPr sz="1500">
          <a:solidFill>
            <a:schemeClr val="tx1"/>
          </a:solidFill>
          <a:latin typeface="+mn-lt"/>
          <a:cs typeface="Arial" charset="0"/>
        </a:defRPr>
      </a:lvl5pPr>
      <a:lvl6pPr marL="1885950" indent="-171450" algn="l" rtl="0" eaLnBrk="1" fontAlgn="base" hangingPunct="1">
        <a:spcBef>
          <a:spcPct val="20000"/>
        </a:spcBef>
        <a:spcAft>
          <a:spcPct val="0"/>
        </a:spcAft>
        <a:buClr>
          <a:schemeClr val="tx2"/>
        </a:buClr>
        <a:buChar char="–"/>
        <a:defRPr sz="1500">
          <a:solidFill>
            <a:schemeClr val="tx1"/>
          </a:solidFill>
          <a:latin typeface="+mn-lt"/>
        </a:defRPr>
      </a:lvl6pPr>
      <a:lvl7pPr marL="2228850" indent="-171450" algn="l" rtl="0" eaLnBrk="1" fontAlgn="base" hangingPunct="1">
        <a:spcBef>
          <a:spcPct val="20000"/>
        </a:spcBef>
        <a:spcAft>
          <a:spcPct val="0"/>
        </a:spcAft>
        <a:buClr>
          <a:schemeClr val="tx2"/>
        </a:buClr>
        <a:buChar char="–"/>
        <a:defRPr sz="1500">
          <a:solidFill>
            <a:schemeClr val="tx1"/>
          </a:solidFill>
          <a:latin typeface="+mn-lt"/>
        </a:defRPr>
      </a:lvl7pPr>
      <a:lvl8pPr marL="2571750" indent="-171450" algn="l" rtl="0" eaLnBrk="1" fontAlgn="base" hangingPunct="1">
        <a:spcBef>
          <a:spcPct val="20000"/>
        </a:spcBef>
        <a:spcAft>
          <a:spcPct val="0"/>
        </a:spcAft>
        <a:buClr>
          <a:schemeClr val="tx2"/>
        </a:buClr>
        <a:buChar char="–"/>
        <a:defRPr sz="1500">
          <a:solidFill>
            <a:schemeClr val="tx1"/>
          </a:solidFill>
          <a:latin typeface="+mn-lt"/>
        </a:defRPr>
      </a:lvl8pPr>
      <a:lvl9pPr marL="2914650" indent="-171450" algn="l" rtl="0" eaLnBrk="1" fontAlgn="base" hangingPunct="1">
        <a:spcBef>
          <a:spcPct val="20000"/>
        </a:spcBef>
        <a:spcAft>
          <a:spcPct val="0"/>
        </a:spcAft>
        <a:buClr>
          <a:schemeClr val="tx2"/>
        </a:buClr>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12.wmf"/><Relationship Id="rId4" Type="http://schemas.openxmlformats.org/officeDocument/2006/relationships/oleObject" Target="../embeddings/oleObject2.bin"/></Relationships>
</file>

<file path=ppt/slides/_rels/slide14.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3.bin"/><Relationship Id="rId1" Type="http://schemas.openxmlformats.org/officeDocument/2006/relationships/slideLayout" Target="../slideLayouts/slideLayout2.xml"/><Relationship Id="rId5" Type="http://schemas.openxmlformats.org/officeDocument/2006/relationships/image" Target="../media/image15.wmf"/><Relationship Id="rId4" Type="http://schemas.openxmlformats.org/officeDocument/2006/relationships/oleObject" Target="../embeddings/oleObject4.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93EBC52-32FB-D055-F3D8-DC16C80947C0}"/>
              </a:ext>
            </a:extLst>
          </p:cNvPr>
          <p:cNvPicPr>
            <a:picLocks noChangeAspect="1"/>
          </p:cNvPicPr>
          <p:nvPr/>
        </p:nvPicPr>
        <p:blipFill>
          <a:blip r:embed="rId2">
            <a:alphaModFix amt="18000"/>
          </a:blip>
          <a:srcRect l="29702" r="15965" b="1"/>
          <a:stretch/>
        </p:blipFill>
        <p:spPr>
          <a:xfrm>
            <a:off x="20" y="1"/>
            <a:ext cx="9143980" cy="6857999"/>
          </a:xfrm>
          <a:prstGeom prst="rect">
            <a:avLst/>
          </a:prstGeom>
        </p:spPr>
      </p:pic>
      <p:sp>
        <p:nvSpPr>
          <p:cNvPr id="2" name="Título 1">
            <a:extLst>
              <a:ext uri="{FF2B5EF4-FFF2-40B4-BE49-F238E27FC236}">
                <a16:creationId xmlns:a16="http://schemas.microsoft.com/office/drawing/2014/main" id="{828DE097-74D1-0914-18E7-C6E53DDF466C}"/>
              </a:ext>
            </a:extLst>
          </p:cNvPr>
          <p:cNvSpPr>
            <a:spLocks noGrp="1"/>
          </p:cNvSpPr>
          <p:nvPr>
            <p:ph type="ctrTitle"/>
          </p:nvPr>
        </p:nvSpPr>
        <p:spPr>
          <a:xfrm>
            <a:off x="2105236" y="1161535"/>
            <a:ext cx="6381328" cy="2900518"/>
          </a:xfrm>
        </p:spPr>
        <p:txBody>
          <a:bodyPr>
            <a:normAutofit/>
          </a:bodyPr>
          <a:lstStyle/>
          <a:p>
            <a:r>
              <a:rPr lang="es-CL" dirty="0"/>
              <a:t>Machine </a:t>
            </a:r>
            <a:r>
              <a:rPr lang="es-CL" dirty="0" err="1"/>
              <a:t>learning</a:t>
            </a:r>
            <a:r>
              <a:rPr lang="es-CL" dirty="0"/>
              <a:t> para finanzas</a:t>
            </a:r>
            <a:br>
              <a:rPr lang="es-CL" dirty="0"/>
            </a:br>
            <a:r>
              <a:rPr lang="es-CL" dirty="0"/>
              <a:t>Modelos de aprendizaje por refuerzo</a:t>
            </a:r>
            <a:endParaRPr lang="fr-CA" dirty="0">
              <a:solidFill>
                <a:srgbClr val="FFFFFF"/>
              </a:solidFill>
            </a:endParaRPr>
          </a:p>
        </p:txBody>
      </p:sp>
      <p:sp>
        <p:nvSpPr>
          <p:cNvPr id="3" name="Subtítulo 2">
            <a:extLst>
              <a:ext uri="{FF2B5EF4-FFF2-40B4-BE49-F238E27FC236}">
                <a16:creationId xmlns:a16="http://schemas.microsoft.com/office/drawing/2014/main" id="{FAEEAA72-DD88-CC73-36D0-0E5ED7444F73}"/>
              </a:ext>
            </a:extLst>
          </p:cNvPr>
          <p:cNvSpPr>
            <a:spLocks noGrp="1"/>
          </p:cNvSpPr>
          <p:nvPr>
            <p:ph type="subTitle" idx="1"/>
          </p:nvPr>
        </p:nvSpPr>
        <p:spPr>
          <a:xfrm>
            <a:off x="1143000" y="4159404"/>
            <a:ext cx="6858000" cy="1098395"/>
          </a:xfrm>
        </p:spPr>
        <p:txBody>
          <a:bodyPr>
            <a:normAutofit/>
          </a:bodyPr>
          <a:lstStyle/>
          <a:p>
            <a:r>
              <a:rPr lang="fr-CA" dirty="0" err="1"/>
              <a:t>Profesor</a:t>
            </a:r>
            <a:r>
              <a:rPr lang="fr-CA" dirty="0"/>
              <a:t> Guillermo Yañez</a:t>
            </a:r>
          </a:p>
        </p:txBody>
      </p:sp>
      <p:sp>
        <p:nvSpPr>
          <p:cNvPr id="4" name="Subtitle 2"/>
          <p:cNvSpPr txBox="1">
            <a:spLocks/>
          </p:cNvSpPr>
          <p:nvPr/>
        </p:nvSpPr>
        <p:spPr bwMode="auto">
          <a:xfrm>
            <a:off x="1828800" y="5223586"/>
            <a:ext cx="6934200" cy="1123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lvl1pPr marL="0" indent="0" algn="l" rtl="0" eaLnBrk="1" fontAlgn="base" hangingPunct="1">
              <a:spcBef>
                <a:spcPct val="20000"/>
              </a:spcBef>
              <a:spcAft>
                <a:spcPct val="0"/>
              </a:spcAft>
              <a:buFontTx/>
              <a:buNone/>
              <a:defRPr sz="2100">
                <a:solidFill>
                  <a:schemeClr val="tx1"/>
                </a:solidFill>
                <a:latin typeface="Arial" pitchFamily="34" charset="0"/>
                <a:ea typeface="+mn-ea"/>
                <a:cs typeface="Arial" pitchFamily="34" charset="0"/>
              </a:defRPr>
            </a:lvl1pPr>
            <a:lvl2pPr marL="557213" indent="-214313" algn="l" rtl="0" eaLnBrk="1" fontAlgn="base" hangingPunct="1">
              <a:spcBef>
                <a:spcPct val="20000"/>
              </a:spcBef>
              <a:spcAft>
                <a:spcPct val="0"/>
              </a:spcAft>
              <a:buSzPct val="75000"/>
              <a:buBlip>
                <a:blip r:embed="rId3"/>
              </a:buBlip>
              <a:defRPr sz="1800">
                <a:solidFill>
                  <a:schemeClr val="tx1"/>
                </a:solidFill>
                <a:latin typeface="Arial" pitchFamily="34" charset="0"/>
                <a:cs typeface="Arial" pitchFamily="34" charset="0"/>
              </a:defRPr>
            </a:lvl2pPr>
            <a:lvl3pPr marL="857250" indent="-171450" algn="l" rtl="0" eaLnBrk="1" fontAlgn="base" hangingPunct="1">
              <a:spcBef>
                <a:spcPct val="20000"/>
              </a:spcBef>
              <a:spcAft>
                <a:spcPct val="0"/>
              </a:spcAft>
              <a:buChar char="•"/>
              <a:defRPr sz="1800">
                <a:solidFill>
                  <a:schemeClr val="tx1"/>
                </a:solidFill>
                <a:latin typeface="+mn-lt"/>
                <a:cs typeface="Arial" charset="0"/>
              </a:defRPr>
            </a:lvl3pPr>
            <a:lvl4pPr marL="1200150" indent="-171450" algn="l" rtl="0" eaLnBrk="1" fontAlgn="base" hangingPunct="1">
              <a:spcBef>
                <a:spcPct val="20000"/>
              </a:spcBef>
              <a:spcAft>
                <a:spcPct val="0"/>
              </a:spcAft>
              <a:buChar char="–"/>
              <a:defRPr sz="1500">
                <a:solidFill>
                  <a:schemeClr val="tx1"/>
                </a:solidFill>
                <a:latin typeface="+mn-lt"/>
                <a:cs typeface="Arial" charset="0"/>
              </a:defRPr>
            </a:lvl4pPr>
            <a:lvl5pPr marL="1543050" indent="-171450" algn="l" rtl="0" eaLnBrk="1" fontAlgn="base" hangingPunct="1">
              <a:spcBef>
                <a:spcPct val="20000"/>
              </a:spcBef>
              <a:spcAft>
                <a:spcPct val="0"/>
              </a:spcAft>
              <a:buClr>
                <a:schemeClr val="tx2"/>
              </a:buClr>
              <a:buChar char="–"/>
              <a:defRPr sz="1500">
                <a:solidFill>
                  <a:schemeClr val="tx1"/>
                </a:solidFill>
                <a:latin typeface="+mn-lt"/>
                <a:cs typeface="Arial" charset="0"/>
              </a:defRPr>
            </a:lvl5pPr>
            <a:lvl6pPr marL="1885950" indent="-171450" algn="l" rtl="0" eaLnBrk="1" fontAlgn="base" hangingPunct="1">
              <a:spcBef>
                <a:spcPct val="20000"/>
              </a:spcBef>
              <a:spcAft>
                <a:spcPct val="0"/>
              </a:spcAft>
              <a:buClr>
                <a:schemeClr val="tx2"/>
              </a:buClr>
              <a:buChar char="–"/>
              <a:defRPr sz="1500">
                <a:solidFill>
                  <a:schemeClr val="tx1"/>
                </a:solidFill>
                <a:latin typeface="+mn-lt"/>
              </a:defRPr>
            </a:lvl6pPr>
            <a:lvl7pPr marL="2228850" indent="-171450" algn="l" rtl="0" eaLnBrk="1" fontAlgn="base" hangingPunct="1">
              <a:spcBef>
                <a:spcPct val="20000"/>
              </a:spcBef>
              <a:spcAft>
                <a:spcPct val="0"/>
              </a:spcAft>
              <a:buClr>
                <a:schemeClr val="tx2"/>
              </a:buClr>
              <a:buChar char="–"/>
              <a:defRPr sz="1500">
                <a:solidFill>
                  <a:schemeClr val="tx1"/>
                </a:solidFill>
                <a:latin typeface="+mn-lt"/>
              </a:defRPr>
            </a:lvl7pPr>
            <a:lvl8pPr marL="2571750" indent="-171450" algn="l" rtl="0" eaLnBrk="1" fontAlgn="base" hangingPunct="1">
              <a:spcBef>
                <a:spcPct val="20000"/>
              </a:spcBef>
              <a:spcAft>
                <a:spcPct val="0"/>
              </a:spcAft>
              <a:buClr>
                <a:schemeClr val="tx2"/>
              </a:buClr>
              <a:buChar char="–"/>
              <a:defRPr sz="1500">
                <a:solidFill>
                  <a:schemeClr val="tx1"/>
                </a:solidFill>
                <a:latin typeface="+mn-lt"/>
              </a:defRPr>
            </a:lvl8pPr>
            <a:lvl9pPr marL="2914650" indent="-171450" algn="l" rtl="0" eaLnBrk="1" fontAlgn="base" hangingPunct="1">
              <a:spcBef>
                <a:spcPct val="20000"/>
              </a:spcBef>
              <a:spcAft>
                <a:spcPct val="0"/>
              </a:spcAft>
              <a:buClr>
                <a:schemeClr val="tx2"/>
              </a:buClr>
              <a:buChar char="–"/>
              <a:defRPr sz="1500">
                <a:solidFill>
                  <a:schemeClr val="tx1"/>
                </a:solidFill>
                <a:latin typeface="+mn-lt"/>
              </a:defRPr>
            </a:lvl9pPr>
          </a:lstStyle>
          <a:p>
            <a:r>
              <a:rPr lang="en-US" sz="1800" kern="0" dirty="0"/>
              <a:t>Con </a:t>
            </a:r>
            <a:r>
              <a:rPr lang="en-US" sz="1800" kern="0" dirty="0" err="1"/>
              <a:t>elementos</a:t>
            </a:r>
            <a:r>
              <a:rPr lang="en-US" sz="1800" kern="0" dirty="0"/>
              <a:t> de:</a:t>
            </a:r>
          </a:p>
          <a:p>
            <a:r>
              <a:rPr lang="en-US" sz="1800" kern="0" dirty="0"/>
              <a:t>Machine Learning in Business</a:t>
            </a:r>
            <a:br>
              <a:rPr lang="en-US" sz="1800" kern="0" dirty="0"/>
            </a:br>
            <a:r>
              <a:rPr lang="en-US" sz="1800" kern="0" dirty="0"/>
              <a:t>John C. Hull</a:t>
            </a:r>
            <a:endParaRPr lang="en-CA" sz="1800" kern="0" dirty="0"/>
          </a:p>
          <a:p>
            <a:r>
              <a:rPr lang="es-MX" sz="1800" kern="0" dirty="0"/>
              <a:t>Capítulo 7 Aprendizaje por refuerzo</a:t>
            </a:r>
            <a:endParaRPr lang="en-CA" sz="1800" kern="0" dirty="0"/>
          </a:p>
        </p:txBody>
      </p:sp>
    </p:spTree>
    <p:extLst>
      <p:ext uri="{BB962C8B-B14F-4D97-AF65-F5344CB8AC3E}">
        <p14:creationId xmlns:p14="http://schemas.microsoft.com/office/powerpoint/2010/main" val="617729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569E4236-2DF5-3635-B624-60C3804157A6}"/>
              </a:ext>
            </a:extLst>
          </p:cNvPr>
          <p:cNvSpPr/>
          <p:nvPr/>
        </p:nvSpPr>
        <p:spPr bwMode="auto">
          <a:xfrm>
            <a:off x="395536" y="5157192"/>
            <a:ext cx="8062664" cy="144016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r-CA" sz="2400" b="0" i="0" u="none" strike="noStrike" cap="none" normalizeH="0" baseline="0">
              <a:ln>
                <a:noFill/>
              </a:ln>
              <a:solidFill>
                <a:schemeClr val="tx1"/>
              </a:solidFill>
              <a:effectLst/>
              <a:latin typeface="Times New Roman" pitchFamily="18" charset="0"/>
            </a:endParaRPr>
          </a:p>
        </p:txBody>
      </p:sp>
      <p:sp>
        <p:nvSpPr>
          <p:cNvPr id="2" name="Título 1">
            <a:extLst>
              <a:ext uri="{FF2B5EF4-FFF2-40B4-BE49-F238E27FC236}">
                <a16:creationId xmlns:a16="http://schemas.microsoft.com/office/drawing/2014/main" id="{28616761-AED4-7791-E8E5-68742DC737A5}"/>
              </a:ext>
            </a:extLst>
          </p:cNvPr>
          <p:cNvSpPr>
            <a:spLocks noGrp="1"/>
          </p:cNvSpPr>
          <p:nvPr>
            <p:ph type="title"/>
          </p:nvPr>
        </p:nvSpPr>
        <p:spPr/>
        <p:txBody>
          <a:bodyPr/>
          <a:lstStyle/>
          <a:p>
            <a:r>
              <a:rPr lang="fr-CA" dirty="0" err="1"/>
              <a:t>Aprendizaje</a:t>
            </a:r>
            <a:r>
              <a:rPr lang="fr-CA" dirty="0"/>
              <a:t> </a:t>
            </a:r>
            <a:r>
              <a:rPr lang="fr-CA" dirty="0" err="1"/>
              <a:t>por</a:t>
            </a:r>
            <a:r>
              <a:rPr lang="fr-CA" dirty="0"/>
              <a:t> </a:t>
            </a:r>
            <a:r>
              <a:rPr lang="fr-CA" dirty="0" err="1"/>
              <a:t>refuerzo</a:t>
            </a:r>
            <a:endParaRPr lang="fr-CA" dirty="0"/>
          </a:p>
        </p:txBody>
      </p:sp>
      <p:sp>
        <p:nvSpPr>
          <p:cNvPr id="3" name="Marcador de contenido 2">
            <a:extLst>
              <a:ext uri="{FF2B5EF4-FFF2-40B4-BE49-F238E27FC236}">
                <a16:creationId xmlns:a16="http://schemas.microsoft.com/office/drawing/2014/main" id="{E8BBA599-3242-F72C-0BA2-48A644497284}"/>
              </a:ext>
            </a:extLst>
          </p:cNvPr>
          <p:cNvSpPr>
            <a:spLocks noGrp="1"/>
          </p:cNvSpPr>
          <p:nvPr>
            <p:ph idx="1"/>
          </p:nvPr>
        </p:nvSpPr>
        <p:spPr/>
        <p:txBody>
          <a:bodyPr/>
          <a:lstStyle/>
          <a:p>
            <a:r>
              <a:rPr lang="es-MX" dirty="0"/>
              <a:t>Hasta ahora, hemos considerado situaciones en las que se toma una decisión independientemente de otras decisiones. Por ejemplo, suponíamos que la clasificación de un préstamo en particular como "aceptar" o "rechazar" era independiente de otras decisiones que se tomen sobre otros préstamos. </a:t>
            </a:r>
          </a:p>
          <a:p>
            <a:r>
              <a:rPr lang="es-MX" dirty="0"/>
              <a:t>Asumimos implícitamente que, ya sea que aceptemos o rechacemos un préstamo hoy, no afecta de ninguna manera si aceptaremos o rechazaremos un préstamo que llegue a nuestro escritorio mañana.
</a:t>
            </a:r>
            <a:r>
              <a:rPr lang="es-MX" b="1" i="1" dirty="0"/>
              <a:t>Algunas situaciones, por su naturaleza, implican una serie de decisiones en rondas más bien que una sola. Además, a medida que se toman las decisiones, el entorno puede estar cambiando. </a:t>
            </a:r>
          </a:p>
        </p:txBody>
      </p:sp>
      <p:sp>
        <p:nvSpPr>
          <p:cNvPr id="5" name="Marcador de número de diapositiva 4">
            <a:extLst>
              <a:ext uri="{FF2B5EF4-FFF2-40B4-BE49-F238E27FC236}">
                <a16:creationId xmlns:a16="http://schemas.microsoft.com/office/drawing/2014/main" id="{7052EE18-D673-CE37-C2F0-208DB8BC23F4}"/>
              </a:ext>
            </a:extLst>
          </p:cNvPr>
          <p:cNvSpPr>
            <a:spLocks noGrp="1"/>
          </p:cNvSpPr>
          <p:nvPr>
            <p:ph type="sldNum" sz="quarter" idx="12"/>
          </p:nvPr>
        </p:nvSpPr>
        <p:spPr/>
        <p:txBody>
          <a:bodyPr/>
          <a:lstStyle/>
          <a:p>
            <a:fld id="{F979D778-5668-409F-BE61-8F31D5437AFC}" type="slidenum">
              <a:rPr lang="en-CA" smtClean="0"/>
              <a:t>2</a:t>
            </a:fld>
            <a:endParaRPr lang="en-CA"/>
          </a:p>
        </p:txBody>
      </p:sp>
    </p:spTree>
    <p:extLst>
      <p:ext uri="{BB962C8B-B14F-4D97-AF65-F5344CB8AC3E}">
        <p14:creationId xmlns:p14="http://schemas.microsoft.com/office/powerpoint/2010/main" val="1615341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AFD34C-A0CF-C635-577C-CD80B259CCCD}"/>
              </a:ext>
            </a:extLst>
          </p:cNvPr>
          <p:cNvSpPr>
            <a:spLocks noGrp="1"/>
          </p:cNvSpPr>
          <p:nvPr>
            <p:ph type="title"/>
          </p:nvPr>
        </p:nvSpPr>
        <p:spPr/>
        <p:txBody>
          <a:bodyPr/>
          <a:lstStyle/>
          <a:p>
            <a:r>
              <a:rPr lang="fr-CA" dirty="0" err="1"/>
              <a:t>Aprendizaje</a:t>
            </a:r>
            <a:r>
              <a:rPr lang="fr-CA" dirty="0"/>
              <a:t> </a:t>
            </a:r>
            <a:r>
              <a:rPr lang="fr-CA" dirty="0" err="1"/>
              <a:t>por</a:t>
            </a:r>
            <a:r>
              <a:rPr lang="fr-CA" dirty="0"/>
              <a:t> </a:t>
            </a:r>
            <a:r>
              <a:rPr lang="fr-CA" dirty="0" err="1"/>
              <a:t>refuerzo</a:t>
            </a:r>
            <a:endParaRPr lang="fr-CA" dirty="0"/>
          </a:p>
        </p:txBody>
      </p:sp>
      <p:sp>
        <p:nvSpPr>
          <p:cNvPr id="3" name="Marcador de contenido 2">
            <a:extLst>
              <a:ext uri="{FF2B5EF4-FFF2-40B4-BE49-F238E27FC236}">
                <a16:creationId xmlns:a16="http://schemas.microsoft.com/office/drawing/2014/main" id="{F3123C81-71C1-76E8-CBE5-25BAF2087929}"/>
              </a:ext>
            </a:extLst>
          </p:cNvPr>
          <p:cNvSpPr>
            <a:spLocks noGrp="1"/>
          </p:cNvSpPr>
          <p:nvPr>
            <p:ph idx="1"/>
          </p:nvPr>
        </p:nvSpPr>
        <p:spPr/>
        <p:txBody>
          <a:bodyPr/>
          <a:lstStyle/>
          <a:p>
            <a:r>
              <a:rPr lang="es-MX" dirty="0"/>
              <a:t>Determinemos las mejores medidas teniendo en cuenta las decisiones posteriores.
El aprendizaje por refuerzo es la rama del aprendizaje automático que se ocupa con este tipo de toma de decisiones secuencial.</a:t>
            </a:r>
          </a:p>
          <a:p>
            <a:r>
              <a:rPr lang="es-MX" dirty="0"/>
              <a:t>El algoritmo recibe recompensas cuando los resultados son buenos e incurren en costos (recompensas negativas) cuando son malos. </a:t>
            </a:r>
          </a:p>
          <a:p>
            <a:r>
              <a:rPr lang="es-MX" dirty="0"/>
              <a:t>El objetivo del algoritmo es maximizar las recompensas futuras esperadas.</a:t>
            </a:r>
            <a:endParaRPr lang="fr-CA" dirty="0"/>
          </a:p>
          <a:p>
            <a:endParaRPr lang="fr-CA" dirty="0"/>
          </a:p>
        </p:txBody>
      </p:sp>
      <p:sp>
        <p:nvSpPr>
          <p:cNvPr id="5" name="Marcador de número de diapositiva 4">
            <a:extLst>
              <a:ext uri="{FF2B5EF4-FFF2-40B4-BE49-F238E27FC236}">
                <a16:creationId xmlns:a16="http://schemas.microsoft.com/office/drawing/2014/main" id="{7CF6DE5C-14E4-CA6F-A8AD-657AD31DF927}"/>
              </a:ext>
            </a:extLst>
          </p:cNvPr>
          <p:cNvSpPr>
            <a:spLocks noGrp="1"/>
          </p:cNvSpPr>
          <p:nvPr>
            <p:ph type="sldNum" sz="quarter" idx="12"/>
          </p:nvPr>
        </p:nvSpPr>
        <p:spPr/>
        <p:txBody>
          <a:bodyPr/>
          <a:lstStyle/>
          <a:p>
            <a:fld id="{F979D778-5668-409F-BE61-8F31D5437AFC}" type="slidenum">
              <a:rPr lang="en-CA" smtClean="0"/>
              <a:t>3</a:t>
            </a:fld>
            <a:endParaRPr lang="en-CA"/>
          </a:p>
        </p:txBody>
      </p:sp>
    </p:spTree>
    <p:extLst>
      <p:ext uri="{BB962C8B-B14F-4D97-AF65-F5344CB8AC3E}">
        <p14:creationId xmlns:p14="http://schemas.microsoft.com/office/powerpoint/2010/main" val="586568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5654A6-40A8-DD31-F626-798D75197DEF}"/>
              </a:ext>
            </a:extLst>
          </p:cNvPr>
          <p:cNvSpPr>
            <a:spLocks noGrp="1"/>
          </p:cNvSpPr>
          <p:nvPr>
            <p:ph type="title"/>
          </p:nvPr>
        </p:nvSpPr>
        <p:spPr/>
        <p:txBody>
          <a:bodyPr/>
          <a:lstStyle/>
          <a:p>
            <a:r>
              <a:rPr lang="fr-CA" dirty="0" err="1"/>
              <a:t>Elementos</a:t>
            </a:r>
            <a:r>
              <a:rPr lang="fr-CA" dirty="0"/>
              <a:t> de RL</a:t>
            </a:r>
          </a:p>
        </p:txBody>
      </p:sp>
      <p:sp>
        <p:nvSpPr>
          <p:cNvPr id="4" name="Marcador de número de diapositiva 3">
            <a:extLst>
              <a:ext uri="{FF2B5EF4-FFF2-40B4-BE49-F238E27FC236}">
                <a16:creationId xmlns:a16="http://schemas.microsoft.com/office/drawing/2014/main" id="{292E28FE-B03C-5460-55DC-4056C0DAAA76}"/>
              </a:ext>
            </a:extLst>
          </p:cNvPr>
          <p:cNvSpPr>
            <a:spLocks noGrp="1"/>
          </p:cNvSpPr>
          <p:nvPr>
            <p:ph type="sldNum" sz="quarter" idx="12"/>
          </p:nvPr>
        </p:nvSpPr>
        <p:spPr/>
        <p:txBody>
          <a:bodyPr/>
          <a:lstStyle/>
          <a:p>
            <a:fld id="{F979D778-5668-409F-BE61-8F31D5437AFC}" type="slidenum">
              <a:rPr lang="en-CA" smtClean="0"/>
              <a:t>4</a:t>
            </a:fld>
            <a:endParaRPr lang="en-CA"/>
          </a:p>
        </p:txBody>
      </p:sp>
      <p:pic>
        <p:nvPicPr>
          <p:cNvPr id="6" name="Imagen 5">
            <a:extLst>
              <a:ext uri="{FF2B5EF4-FFF2-40B4-BE49-F238E27FC236}">
                <a16:creationId xmlns:a16="http://schemas.microsoft.com/office/drawing/2014/main" id="{239BCC98-BA16-EB9E-32C4-43B825A56F68}"/>
              </a:ext>
            </a:extLst>
          </p:cNvPr>
          <p:cNvPicPr>
            <a:picLocks noChangeAspect="1"/>
          </p:cNvPicPr>
          <p:nvPr/>
        </p:nvPicPr>
        <p:blipFill>
          <a:blip r:embed="rId2"/>
          <a:stretch>
            <a:fillRect/>
          </a:stretch>
        </p:blipFill>
        <p:spPr>
          <a:xfrm>
            <a:off x="577179" y="2276872"/>
            <a:ext cx="8381415" cy="3456384"/>
          </a:xfrm>
          <a:prstGeom prst="rect">
            <a:avLst/>
          </a:prstGeom>
        </p:spPr>
      </p:pic>
    </p:spTree>
    <p:extLst>
      <p:ext uri="{BB962C8B-B14F-4D97-AF65-F5344CB8AC3E}">
        <p14:creationId xmlns:p14="http://schemas.microsoft.com/office/powerpoint/2010/main" val="4233561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Los 3 principales tipos de machine learning | Pipedrive">
            <a:extLst>
              <a:ext uri="{FF2B5EF4-FFF2-40B4-BE49-F238E27FC236}">
                <a16:creationId xmlns:a16="http://schemas.microsoft.com/office/drawing/2014/main" id="{4AAE85BC-96C5-9CD1-0B9B-CECAA3E9557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915816" y="2978416"/>
            <a:ext cx="5470376" cy="3646917"/>
          </a:xfrm>
          <a:prstGeom prst="rect">
            <a:avLst/>
          </a:prstGeom>
          <a:solidFill>
            <a:srgbClr val="FFFFFF"/>
          </a:solidFill>
        </p:spPr>
      </p:pic>
      <p:sp>
        <p:nvSpPr>
          <p:cNvPr id="2" name="Title 1"/>
          <p:cNvSpPr>
            <a:spLocks noGrp="1"/>
          </p:cNvSpPr>
          <p:nvPr>
            <p:ph type="title"/>
          </p:nvPr>
        </p:nvSpPr>
        <p:spPr>
          <a:xfrm>
            <a:off x="246063" y="930275"/>
            <a:ext cx="7772400" cy="1143000"/>
          </a:xfrm>
        </p:spPr>
        <p:txBody>
          <a:bodyPr wrap="square" anchor="ctr">
            <a:normAutofit/>
          </a:bodyPr>
          <a:lstStyle/>
          <a:p>
            <a:r>
              <a:rPr lang="en-CA" dirty="0"/>
              <a:t>Reinforcement Learning</a:t>
            </a:r>
          </a:p>
        </p:txBody>
      </p:sp>
      <p:sp>
        <p:nvSpPr>
          <p:cNvPr id="3" name="Content Placeholder 2"/>
          <p:cNvSpPr>
            <a:spLocks noGrp="1"/>
          </p:cNvSpPr>
          <p:nvPr>
            <p:ph sz="half" idx="1"/>
          </p:nvPr>
        </p:nvSpPr>
        <p:spPr>
          <a:xfrm>
            <a:off x="685800" y="2147888"/>
            <a:ext cx="3810000" cy="4114800"/>
          </a:xfrm>
        </p:spPr>
        <p:txBody>
          <a:bodyPr wrap="square" anchor="t">
            <a:normAutofit/>
          </a:bodyPr>
          <a:lstStyle/>
          <a:p>
            <a:r>
              <a:rPr lang="es-MX" dirty="0"/>
              <a:t>El aprendizaje por refuerzo se refiere a encontrar una estrategia para tomar una serie de decisiones en secuencia </a:t>
            </a:r>
            <a:endParaRPr lang="en-CA" dirty="0"/>
          </a:p>
        </p:txBody>
      </p:sp>
      <p:sp>
        <p:nvSpPr>
          <p:cNvPr id="4" name="Slide Number Placeholder 3"/>
          <p:cNvSpPr>
            <a:spLocks noGrp="1"/>
          </p:cNvSpPr>
          <p:nvPr>
            <p:ph type="sldNum" sz="quarter" idx="12"/>
          </p:nvPr>
        </p:nvSpPr>
        <p:spPr>
          <a:xfrm>
            <a:off x="6553200" y="6324600"/>
            <a:ext cx="1905000" cy="457200"/>
          </a:xfrm>
        </p:spPr>
        <p:txBody>
          <a:bodyPr wrap="square" anchor="b">
            <a:normAutofit/>
          </a:bodyPr>
          <a:lstStyle/>
          <a:p>
            <a:pPr>
              <a:spcAft>
                <a:spcPts val="600"/>
              </a:spcAft>
            </a:pPr>
            <a:fld id="{B095A5CE-67BC-412D-BFFD-14F19C21C82C}" type="slidenum">
              <a:rPr lang="en-CA" smtClean="0"/>
              <a:pPr>
                <a:spcAft>
                  <a:spcPts val="600"/>
                </a:spcAft>
              </a:pPr>
              <a:t>5</a:t>
            </a:fld>
            <a:endParaRPr lang="en-CA"/>
          </a:p>
        </p:txBody>
      </p:sp>
    </p:spTree>
    <p:extLst>
      <p:ext uri="{BB962C8B-B14F-4D97-AF65-F5344CB8AC3E}">
        <p14:creationId xmlns:p14="http://schemas.microsoft.com/office/powerpoint/2010/main" val="2531044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A71A0F-6C4E-45F6-4DDD-F03681705239}"/>
              </a:ext>
            </a:extLst>
          </p:cNvPr>
          <p:cNvSpPr>
            <a:spLocks noGrp="1"/>
          </p:cNvSpPr>
          <p:nvPr>
            <p:ph type="title"/>
          </p:nvPr>
        </p:nvSpPr>
        <p:spPr/>
        <p:txBody>
          <a:bodyPr/>
          <a:lstStyle/>
          <a:p>
            <a:r>
              <a:rPr lang="fr-CA" dirty="0" err="1"/>
              <a:t>Ciclo</a:t>
            </a:r>
            <a:r>
              <a:rPr lang="fr-CA" dirty="0"/>
              <a:t> en RL</a:t>
            </a:r>
          </a:p>
        </p:txBody>
      </p:sp>
      <p:sp>
        <p:nvSpPr>
          <p:cNvPr id="4" name="Marcador de número de diapositiva 3">
            <a:extLst>
              <a:ext uri="{FF2B5EF4-FFF2-40B4-BE49-F238E27FC236}">
                <a16:creationId xmlns:a16="http://schemas.microsoft.com/office/drawing/2014/main" id="{31C37BDB-85DC-860F-CD5B-3612634A372B}"/>
              </a:ext>
            </a:extLst>
          </p:cNvPr>
          <p:cNvSpPr>
            <a:spLocks noGrp="1"/>
          </p:cNvSpPr>
          <p:nvPr>
            <p:ph type="sldNum" sz="quarter" idx="12"/>
          </p:nvPr>
        </p:nvSpPr>
        <p:spPr/>
        <p:txBody>
          <a:bodyPr/>
          <a:lstStyle/>
          <a:p>
            <a:fld id="{F979D778-5668-409F-BE61-8F31D5437AFC}" type="slidenum">
              <a:rPr lang="en-CA" smtClean="0"/>
              <a:t>6</a:t>
            </a:fld>
            <a:endParaRPr lang="en-CA"/>
          </a:p>
        </p:txBody>
      </p:sp>
      <p:pic>
        <p:nvPicPr>
          <p:cNvPr id="6" name="Imagen 5">
            <a:extLst>
              <a:ext uri="{FF2B5EF4-FFF2-40B4-BE49-F238E27FC236}">
                <a16:creationId xmlns:a16="http://schemas.microsoft.com/office/drawing/2014/main" id="{FFC47040-FAF5-28DB-1158-A48C9553EE4F}"/>
              </a:ext>
            </a:extLst>
          </p:cNvPr>
          <p:cNvPicPr>
            <a:picLocks noChangeAspect="1"/>
          </p:cNvPicPr>
          <p:nvPr/>
        </p:nvPicPr>
        <p:blipFill>
          <a:blip r:embed="rId2"/>
          <a:stretch>
            <a:fillRect/>
          </a:stretch>
        </p:blipFill>
        <p:spPr>
          <a:xfrm>
            <a:off x="414738" y="2347761"/>
            <a:ext cx="8236386" cy="2737423"/>
          </a:xfrm>
          <a:prstGeom prst="rect">
            <a:avLst/>
          </a:prstGeom>
        </p:spPr>
      </p:pic>
    </p:spTree>
    <p:extLst>
      <p:ext uri="{BB962C8B-B14F-4D97-AF65-F5344CB8AC3E}">
        <p14:creationId xmlns:p14="http://schemas.microsoft.com/office/powerpoint/2010/main" val="2337927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9C794C-09C6-12A2-6810-D746A16EB4E4}"/>
              </a:ext>
            </a:extLst>
          </p:cNvPr>
          <p:cNvSpPr>
            <a:spLocks noGrp="1"/>
          </p:cNvSpPr>
          <p:nvPr>
            <p:ph type="title"/>
          </p:nvPr>
        </p:nvSpPr>
        <p:spPr>
          <a:xfrm>
            <a:off x="1259631" y="930275"/>
            <a:ext cx="6758831" cy="1143000"/>
          </a:xfrm>
        </p:spPr>
        <p:txBody>
          <a:bodyPr/>
          <a:lstStyle/>
          <a:p>
            <a:r>
              <a:rPr lang="fr-CA" dirty="0"/>
              <a:t>¿</a:t>
            </a:r>
            <a:r>
              <a:rPr lang="fr-CA" dirty="0" err="1"/>
              <a:t>Cómo</a:t>
            </a:r>
            <a:r>
              <a:rPr lang="fr-CA" dirty="0"/>
              <a:t> </a:t>
            </a:r>
            <a:r>
              <a:rPr lang="fr-CA" dirty="0" err="1"/>
              <a:t>sería</a:t>
            </a:r>
            <a:r>
              <a:rPr lang="fr-CA" dirty="0"/>
              <a:t> este </a:t>
            </a:r>
            <a:r>
              <a:rPr lang="fr-CA" dirty="0" err="1"/>
              <a:t>ciclo</a:t>
            </a:r>
            <a:r>
              <a:rPr lang="fr-CA" dirty="0"/>
              <a:t> en trading?</a:t>
            </a:r>
          </a:p>
        </p:txBody>
      </p:sp>
      <p:sp>
        <p:nvSpPr>
          <p:cNvPr id="4" name="Marcador de número de diapositiva 3">
            <a:extLst>
              <a:ext uri="{FF2B5EF4-FFF2-40B4-BE49-F238E27FC236}">
                <a16:creationId xmlns:a16="http://schemas.microsoft.com/office/drawing/2014/main" id="{688F77E6-7917-D526-CC38-28DA6317B76E}"/>
              </a:ext>
            </a:extLst>
          </p:cNvPr>
          <p:cNvSpPr>
            <a:spLocks noGrp="1"/>
          </p:cNvSpPr>
          <p:nvPr>
            <p:ph type="sldNum" sz="quarter" idx="12"/>
          </p:nvPr>
        </p:nvSpPr>
        <p:spPr/>
        <p:txBody>
          <a:bodyPr/>
          <a:lstStyle/>
          <a:p>
            <a:fld id="{F979D778-5668-409F-BE61-8F31D5437AFC}" type="slidenum">
              <a:rPr lang="en-CA" smtClean="0"/>
              <a:t>7</a:t>
            </a:fld>
            <a:endParaRPr lang="en-CA"/>
          </a:p>
        </p:txBody>
      </p:sp>
      <p:pic>
        <p:nvPicPr>
          <p:cNvPr id="6" name="Imagen 5">
            <a:extLst>
              <a:ext uri="{FF2B5EF4-FFF2-40B4-BE49-F238E27FC236}">
                <a16:creationId xmlns:a16="http://schemas.microsoft.com/office/drawing/2014/main" id="{B2377227-6552-86E1-4807-A6437A3DE566}"/>
              </a:ext>
            </a:extLst>
          </p:cNvPr>
          <p:cNvPicPr>
            <a:picLocks noChangeAspect="1"/>
          </p:cNvPicPr>
          <p:nvPr/>
        </p:nvPicPr>
        <p:blipFill>
          <a:blip r:embed="rId2"/>
          <a:stretch>
            <a:fillRect/>
          </a:stretch>
        </p:blipFill>
        <p:spPr>
          <a:xfrm>
            <a:off x="609113" y="2502725"/>
            <a:ext cx="7925774" cy="2014822"/>
          </a:xfrm>
          <a:prstGeom prst="rect">
            <a:avLst/>
          </a:prstGeom>
        </p:spPr>
      </p:pic>
    </p:spTree>
    <p:extLst>
      <p:ext uri="{BB962C8B-B14F-4D97-AF65-F5344CB8AC3E}">
        <p14:creationId xmlns:p14="http://schemas.microsoft.com/office/powerpoint/2010/main" val="2235425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Recompensas</a:t>
            </a:r>
            <a:r>
              <a:rPr lang="en-US" dirty="0"/>
              <a:t> y </a:t>
            </a:r>
            <a:r>
              <a:rPr lang="en-US" dirty="0" err="1"/>
              <a:t>costos</a:t>
            </a:r>
            <a:endParaRPr lang="en-CA" dirty="0"/>
          </a:p>
        </p:txBody>
      </p:sp>
      <p:sp>
        <p:nvSpPr>
          <p:cNvPr id="3" name="Content Placeholder 2"/>
          <p:cNvSpPr>
            <a:spLocks noGrp="1"/>
          </p:cNvSpPr>
          <p:nvPr>
            <p:ph idx="1"/>
          </p:nvPr>
        </p:nvSpPr>
        <p:spPr/>
        <p:txBody>
          <a:bodyPr/>
          <a:lstStyle/>
          <a:p>
            <a:r>
              <a:rPr lang="es-MX" dirty="0"/>
              <a:t>Hay recompensas y costos y el algoritmo trata de maximizar las recompensas esperadas (netas de costos) en su interacción con el entorno 
Explotación vs. Exploración (¿Debería elegir la mejor decisión basada en la evidencia hasta la fecha o intentar algo nuevo?)
Acción evaluada por la suma de las recompensas esperadas (netas de costos) que vienen después (posiblemente descontadas)</a:t>
            </a:r>
            <a:endParaRPr lang="en-US" dirty="0"/>
          </a:p>
          <a:p>
            <a:endParaRPr lang="en-US" dirty="0"/>
          </a:p>
          <a:p>
            <a:pPr marL="0" indent="0">
              <a:buNone/>
            </a:pPr>
            <a:r>
              <a:rPr lang="en-US" dirty="0"/>
              <a:t>    </a:t>
            </a:r>
            <a:endParaRPr lang="en-CA" dirty="0"/>
          </a:p>
        </p:txBody>
      </p:sp>
      <p:sp>
        <p:nvSpPr>
          <p:cNvPr id="5" name="Slide Number Placeholder 4"/>
          <p:cNvSpPr>
            <a:spLocks noGrp="1"/>
          </p:cNvSpPr>
          <p:nvPr>
            <p:ph type="sldNum" sz="quarter" idx="12"/>
          </p:nvPr>
        </p:nvSpPr>
        <p:spPr/>
        <p:txBody>
          <a:bodyPr/>
          <a:lstStyle/>
          <a:p>
            <a:fld id="{2E8C09BE-1715-42CA-A91A-E7B0E09A3015}" type="slidenum">
              <a:rPr lang="en-CA" smtClean="0"/>
              <a:t>8</a:t>
            </a:fld>
            <a:endParaRPr lang="en-CA"/>
          </a:p>
        </p:txBody>
      </p:sp>
    </p:spTree>
    <p:extLst>
      <p:ext uri="{BB962C8B-B14F-4D97-AF65-F5344CB8AC3E}">
        <p14:creationId xmlns:p14="http://schemas.microsoft.com/office/powerpoint/2010/main" val="2372178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B16FAD-7D09-80F3-0C63-78F96AE9FC94}"/>
              </a:ext>
            </a:extLst>
          </p:cNvPr>
          <p:cNvSpPr>
            <a:spLocks noGrp="1"/>
          </p:cNvSpPr>
          <p:nvPr>
            <p:ph type="title"/>
          </p:nvPr>
        </p:nvSpPr>
        <p:spPr>
          <a:xfrm>
            <a:off x="246062" y="930275"/>
            <a:ext cx="8430393" cy="1143000"/>
          </a:xfrm>
        </p:spPr>
        <p:txBody>
          <a:bodyPr/>
          <a:lstStyle/>
          <a:p>
            <a:r>
              <a:rPr lang="es-MX" dirty="0"/>
              <a:t>Un ejemplo sencillo: los bandidos </a:t>
            </a:r>
            <a:r>
              <a:rPr lang="es-MX" dirty="0" err="1"/>
              <a:t>multi-brazo</a:t>
            </a:r>
            <a:r>
              <a:rPr lang="es-MX" dirty="0"/>
              <a:t> con K brazos (máquinas con una palanca)</a:t>
            </a:r>
            <a:endParaRPr lang="fr-CA" dirty="0"/>
          </a:p>
        </p:txBody>
      </p:sp>
      <p:sp>
        <p:nvSpPr>
          <p:cNvPr id="4" name="Marcador de número de diapositiva 3">
            <a:extLst>
              <a:ext uri="{FF2B5EF4-FFF2-40B4-BE49-F238E27FC236}">
                <a16:creationId xmlns:a16="http://schemas.microsoft.com/office/drawing/2014/main" id="{5642F3BE-7C99-94B8-6DA2-63B73F2D88A9}"/>
              </a:ext>
            </a:extLst>
          </p:cNvPr>
          <p:cNvSpPr>
            <a:spLocks noGrp="1"/>
          </p:cNvSpPr>
          <p:nvPr>
            <p:ph type="sldNum" sz="quarter" idx="12"/>
          </p:nvPr>
        </p:nvSpPr>
        <p:spPr/>
        <p:txBody>
          <a:bodyPr/>
          <a:lstStyle/>
          <a:p>
            <a:fld id="{F979D778-5668-409F-BE61-8F31D5437AFC}" type="slidenum">
              <a:rPr lang="en-CA" smtClean="0"/>
              <a:t>9</a:t>
            </a:fld>
            <a:endParaRPr lang="en-CA"/>
          </a:p>
        </p:txBody>
      </p:sp>
      <p:pic>
        <p:nvPicPr>
          <p:cNvPr id="11266" name="Picture 2" descr="Bandido multibrazo - Wikipedia, la enciclopedia libre">
            <a:extLst>
              <a:ext uri="{FF2B5EF4-FFF2-40B4-BE49-F238E27FC236}">
                <a16:creationId xmlns:a16="http://schemas.microsoft.com/office/drawing/2014/main" id="{20D3EFFF-52F0-4309-ACD7-291AEB5817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8023" y="2204864"/>
            <a:ext cx="6067953" cy="42399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2951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062" y="930275"/>
            <a:ext cx="8646417" cy="1143000"/>
          </a:xfrm>
        </p:spPr>
        <p:txBody>
          <a:bodyPr/>
          <a:lstStyle/>
          <a:p>
            <a:r>
              <a:rPr lang="es-MX" dirty="0"/>
              <a:t>Un ejemplo sencillo: los bandidos </a:t>
            </a:r>
            <a:r>
              <a:rPr lang="es-MX" dirty="0" err="1"/>
              <a:t>multi-brazo</a:t>
            </a:r>
            <a:r>
              <a:rPr lang="es-MX" dirty="0"/>
              <a:t> con K (</a:t>
            </a:r>
            <a:r>
              <a:rPr lang="es-CL" dirty="0"/>
              <a:t>Algoritmos de decisión secuencial)</a:t>
            </a:r>
            <a:endParaRPr lang="en-CA" dirty="0"/>
          </a:p>
        </p:txBody>
      </p:sp>
      <p:sp>
        <p:nvSpPr>
          <p:cNvPr id="3" name="Content Placeholder 2"/>
          <p:cNvSpPr>
            <a:spLocks noGrp="1"/>
          </p:cNvSpPr>
          <p:nvPr>
            <p:ph idx="1"/>
          </p:nvPr>
        </p:nvSpPr>
        <p:spPr>
          <a:xfrm>
            <a:off x="685800" y="4653136"/>
            <a:ext cx="7772400" cy="1609552"/>
          </a:xfrm>
        </p:spPr>
        <p:txBody>
          <a:bodyPr/>
          <a:lstStyle/>
          <a:p>
            <a:r>
              <a:rPr lang="es-MX" dirty="0"/>
              <a:t>La palanca k proporciona un retorno de una distribución normal con </a:t>
            </a:r>
            <a:r>
              <a:rPr lang="es-MX" dirty="0" err="1"/>
              <a:t>m</a:t>
            </a:r>
            <a:r>
              <a:rPr lang="es-MX" sz="2000" dirty="0" err="1"/>
              <a:t>k</a:t>
            </a:r>
            <a:r>
              <a:rPr lang="es-MX" dirty="0"/>
              <a:t> de media y desviación estándar 1
El objetivo es maximizar el rendimiento en un gran número de ensayos</a:t>
            </a:r>
            <a:endParaRPr lang="en-CA" dirty="0"/>
          </a:p>
        </p:txBody>
      </p:sp>
      <p:sp>
        <p:nvSpPr>
          <p:cNvPr id="4" name="Slide Number Placeholder 3"/>
          <p:cNvSpPr>
            <a:spLocks noGrp="1"/>
          </p:cNvSpPr>
          <p:nvPr>
            <p:ph type="sldNum" sz="quarter" idx="12"/>
          </p:nvPr>
        </p:nvSpPr>
        <p:spPr/>
        <p:txBody>
          <a:bodyPr/>
          <a:lstStyle/>
          <a:p>
            <a:fld id="{B095A5CE-67BC-412D-BFFD-14F19C21C82C}" type="slidenum">
              <a:rPr lang="en-CA" smtClean="0"/>
              <a:t>10</a:t>
            </a:fld>
            <a:endParaRPr lang="en-CA"/>
          </a:p>
        </p:txBody>
      </p:sp>
      <p:pic>
        <p:nvPicPr>
          <p:cNvPr id="7" name="Imagen 6">
            <a:extLst>
              <a:ext uri="{FF2B5EF4-FFF2-40B4-BE49-F238E27FC236}">
                <a16:creationId xmlns:a16="http://schemas.microsoft.com/office/drawing/2014/main" id="{BB17CA64-4AF3-2EB9-958D-213FDA5E84AE}"/>
              </a:ext>
            </a:extLst>
          </p:cNvPr>
          <p:cNvPicPr>
            <a:picLocks noChangeAspect="1"/>
          </p:cNvPicPr>
          <p:nvPr/>
        </p:nvPicPr>
        <p:blipFill>
          <a:blip r:embed="rId2"/>
          <a:stretch>
            <a:fillRect/>
          </a:stretch>
        </p:blipFill>
        <p:spPr>
          <a:xfrm>
            <a:off x="845915" y="2222642"/>
            <a:ext cx="7452170" cy="2124374"/>
          </a:xfrm>
          <a:prstGeom prst="rect">
            <a:avLst/>
          </a:prstGeom>
        </p:spPr>
      </p:pic>
    </p:spTree>
    <p:extLst>
      <p:ext uri="{BB962C8B-B14F-4D97-AF65-F5344CB8AC3E}">
        <p14:creationId xmlns:p14="http://schemas.microsoft.com/office/powerpoint/2010/main" val="330780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err="1"/>
              <a:t>Estrategia</a:t>
            </a:r>
            <a:endParaRPr lang="en-CA" dirty="0"/>
          </a:p>
        </p:txBody>
      </p:sp>
      <p:sp>
        <p:nvSpPr>
          <p:cNvPr id="3" name="Content Placeholder 2"/>
          <p:cNvSpPr>
            <a:spLocks noGrp="1"/>
          </p:cNvSpPr>
          <p:nvPr>
            <p:ph idx="1"/>
          </p:nvPr>
        </p:nvSpPr>
        <p:spPr/>
        <p:txBody>
          <a:bodyPr/>
          <a:lstStyle/>
          <a:p>
            <a:r>
              <a:rPr lang="es-MX" dirty="0"/>
              <a:t>Mantiene registros del rendimiento promedio de la elección de cada palanca
En cada turno tienes que decidir entre: </a:t>
            </a:r>
            <a:r>
              <a:rPr lang="es-MX" i="1" dirty="0"/>
              <a:t>Elegir la palanca que le ha dado el mejor rendimiento promedio hasta ahora o Probar una nueva acción</a:t>
            </a:r>
            <a:r>
              <a:rPr lang="es-MX" dirty="0"/>
              <a:t>
La primera opción es la explotación; la segunda es la exploración.
Podemos elegir un parámetro y comparar a la probabilidad de exploración
La explotación maximiza el rendimiento inmediato esperado, pero la exploración puede ser mejor a largo plazo</a:t>
            </a:r>
            <a:endParaRPr lang="en-CA" dirty="0"/>
          </a:p>
          <a:p>
            <a:pPr marL="342900" lvl="1" indent="0">
              <a:buNone/>
            </a:pPr>
            <a:endParaRPr lang="en-CA" dirty="0"/>
          </a:p>
        </p:txBody>
      </p:sp>
      <p:sp>
        <p:nvSpPr>
          <p:cNvPr id="4" name="Slide Number Placeholder 3"/>
          <p:cNvSpPr>
            <a:spLocks noGrp="1"/>
          </p:cNvSpPr>
          <p:nvPr>
            <p:ph type="sldNum" sz="quarter" idx="12"/>
          </p:nvPr>
        </p:nvSpPr>
        <p:spPr/>
        <p:txBody>
          <a:bodyPr/>
          <a:lstStyle/>
          <a:p>
            <a:fld id="{B095A5CE-67BC-412D-BFFD-14F19C21C82C}" type="slidenum">
              <a:rPr lang="en-CA" smtClean="0"/>
              <a:t>11</a:t>
            </a:fld>
            <a:endParaRPr lang="en-CA"/>
          </a:p>
        </p:txBody>
      </p:sp>
    </p:spTree>
    <p:extLst>
      <p:ext uri="{BB962C8B-B14F-4D97-AF65-F5344CB8AC3E}">
        <p14:creationId xmlns:p14="http://schemas.microsoft.com/office/powerpoint/2010/main" val="21498668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54791D-7C56-F0C5-A260-658B9BC3C1F3}"/>
              </a:ext>
            </a:extLst>
          </p:cNvPr>
          <p:cNvSpPr>
            <a:spLocks noGrp="1"/>
          </p:cNvSpPr>
          <p:nvPr>
            <p:ph type="title"/>
          </p:nvPr>
        </p:nvSpPr>
        <p:spPr/>
        <p:txBody>
          <a:bodyPr/>
          <a:lstStyle/>
          <a:p>
            <a:r>
              <a:rPr lang="fr-CA" dirty="0" err="1"/>
              <a:t>Estrategia</a:t>
            </a:r>
            <a:r>
              <a:rPr lang="fr-CA" dirty="0"/>
              <a:t> </a:t>
            </a:r>
            <a:r>
              <a:rPr lang="fr-CA" dirty="0" err="1"/>
              <a:t>formal</a:t>
            </a:r>
            <a:r>
              <a:rPr lang="fr-CA" dirty="0"/>
              <a:t>:</a:t>
            </a:r>
          </a:p>
        </p:txBody>
      </p:sp>
      <p:sp>
        <p:nvSpPr>
          <p:cNvPr id="4" name="Marcador de número de diapositiva 3">
            <a:extLst>
              <a:ext uri="{FF2B5EF4-FFF2-40B4-BE49-F238E27FC236}">
                <a16:creationId xmlns:a16="http://schemas.microsoft.com/office/drawing/2014/main" id="{F7BD048F-8FD5-021C-B17C-2ACEDFF7F71F}"/>
              </a:ext>
            </a:extLst>
          </p:cNvPr>
          <p:cNvSpPr>
            <a:spLocks noGrp="1"/>
          </p:cNvSpPr>
          <p:nvPr>
            <p:ph type="sldNum" sz="quarter" idx="12"/>
          </p:nvPr>
        </p:nvSpPr>
        <p:spPr/>
        <p:txBody>
          <a:bodyPr/>
          <a:lstStyle/>
          <a:p>
            <a:fld id="{F979D778-5668-409F-BE61-8F31D5437AFC}" type="slidenum">
              <a:rPr lang="en-CA" smtClean="0"/>
              <a:t>12</a:t>
            </a:fld>
            <a:endParaRPr lang="en-CA"/>
          </a:p>
        </p:txBody>
      </p:sp>
      <p:sp>
        <p:nvSpPr>
          <p:cNvPr id="5" name="Rectángulo 4">
            <a:extLst>
              <a:ext uri="{FF2B5EF4-FFF2-40B4-BE49-F238E27FC236}">
                <a16:creationId xmlns:a16="http://schemas.microsoft.com/office/drawing/2014/main" id="{60ADAD77-77AF-9866-04F5-23982F3DBB0C}"/>
              </a:ext>
            </a:extLst>
          </p:cNvPr>
          <p:cNvSpPr/>
          <p:nvPr/>
        </p:nvSpPr>
        <p:spPr>
          <a:xfrm>
            <a:off x="611560" y="2073275"/>
            <a:ext cx="8142361" cy="4247317"/>
          </a:xfrm>
          <a:prstGeom prst="rect">
            <a:avLst/>
          </a:prstGeom>
        </p:spPr>
        <p:txBody>
          <a:bodyPr wrap="square">
            <a:spAutoFit/>
          </a:bodyPr>
          <a:lstStyle/>
          <a:p>
            <a:r>
              <a:rPr lang="fr-CA" dirty="0"/>
              <a:t>Una </a:t>
            </a:r>
            <a:r>
              <a:rPr lang="fr-CA" dirty="0" err="1"/>
              <a:t>estrategia</a:t>
            </a:r>
            <a:r>
              <a:rPr lang="fr-CA" dirty="0"/>
              <a:t> para el </a:t>
            </a:r>
            <a:r>
              <a:rPr lang="fr-CA" dirty="0" err="1"/>
              <a:t>jugador</a:t>
            </a:r>
            <a:r>
              <a:rPr lang="fr-CA" dirty="0"/>
              <a:t> es (para un e entre 0 y 1):
  </a:t>
            </a:r>
            <a:r>
              <a:rPr lang="fr-CA" dirty="0" err="1"/>
              <a:t>Elige</a:t>
            </a:r>
            <a:r>
              <a:rPr lang="fr-CA" dirty="0"/>
              <a:t> </a:t>
            </a:r>
            <a:r>
              <a:rPr lang="fr-CA" dirty="0" err="1"/>
              <a:t>aleatoriamente</a:t>
            </a:r>
            <a:r>
              <a:rPr lang="fr-CA" dirty="0"/>
              <a:t> </a:t>
            </a:r>
            <a:r>
              <a:rPr lang="fr-CA" dirty="0" err="1"/>
              <a:t>una</a:t>
            </a:r>
            <a:r>
              <a:rPr lang="fr-CA" dirty="0"/>
              <a:t> </a:t>
            </a:r>
            <a:r>
              <a:rPr lang="fr-CA" dirty="0" err="1"/>
              <a:t>palanca</a:t>
            </a:r>
            <a:r>
              <a:rPr lang="fr-CA" dirty="0"/>
              <a:t> con </a:t>
            </a:r>
            <a:r>
              <a:rPr lang="fr-CA" dirty="0" err="1"/>
              <a:t>probabilidad</a:t>
            </a:r>
            <a:r>
              <a:rPr lang="fr-CA" dirty="0"/>
              <a:t> e
  </a:t>
            </a:r>
            <a:r>
              <a:rPr lang="fr-CA" dirty="0" err="1"/>
              <a:t>Elija</a:t>
            </a:r>
            <a:r>
              <a:rPr lang="fr-CA" dirty="0"/>
              <a:t> la </a:t>
            </a:r>
            <a:r>
              <a:rPr lang="fr-CA" dirty="0" err="1"/>
              <a:t>palanca</a:t>
            </a:r>
            <a:r>
              <a:rPr lang="fr-CA" dirty="0"/>
              <a:t> que haya </a:t>
            </a:r>
            <a:r>
              <a:rPr lang="fr-CA" dirty="0" err="1"/>
              <a:t>dado</a:t>
            </a:r>
            <a:r>
              <a:rPr lang="fr-CA" dirty="0"/>
              <a:t> el </a:t>
            </a:r>
            <a:r>
              <a:rPr lang="fr-CA" dirty="0" err="1"/>
              <a:t>mejor</a:t>
            </a:r>
            <a:r>
              <a:rPr lang="fr-CA" dirty="0"/>
              <a:t> </a:t>
            </a:r>
            <a:r>
              <a:rPr lang="fr-CA" dirty="0" err="1"/>
              <a:t>pago</a:t>
            </a:r>
            <a:r>
              <a:rPr lang="fr-CA" dirty="0"/>
              <a:t> </a:t>
            </a:r>
            <a:r>
              <a:rPr lang="fr-CA" dirty="0" err="1"/>
              <a:t>promedio</a:t>
            </a:r>
            <a:r>
              <a:rPr lang="fr-CA" dirty="0"/>
              <a:t> </a:t>
            </a:r>
            <a:r>
              <a:rPr lang="fr-CA" dirty="0" err="1"/>
              <a:t>hasta</a:t>
            </a:r>
            <a:r>
              <a:rPr lang="fr-CA" dirty="0"/>
              <a:t> </a:t>
            </a:r>
            <a:r>
              <a:rPr lang="fr-CA" dirty="0" err="1"/>
              <a:t>ahora</a:t>
            </a:r>
            <a:r>
              <a:rPr lang="fr-CA" dirty="0"/>
              <a:t>
  con </a:t>
            </a:r>
            <a:r>
              <a:rPr lang="fr-CA" dirty="0" err="1"/>
              <a:t>probabilidad</a:t>
            </a:r>
            <a:r>
              <a:rPr lang="fr-CA" dirty="0"/>
              <a:t> 1− e
Se </a:t>
            </a:r>
            <a:r>
              <a:rPr lang="fr-CA" dirty="0" err="1"/>
              <a:t>selecciona</a:t>
            </a:r>
            <a:r>
              <a:rPr lang="fr-CA" dirty="0"/>
              <a:t> </a:t>
            </a:r>
            <a:r>
              <a:rPr lang="fr-CA" dirty="0" err="1"/>
              <a:t>aleatoriamente</a:t>
            </a:r>
            <a:r>
              <a:rPr lang="fr-CA" dirty="0"/>
              <a:t> un </a:t>
            </a:r>
            <a:r>
              <a:rPr lang="fr-CA" dirty="0" err="1"/>
              <a:t>número</a:t>
            </a:r>
            <a:r>
              <a:rPr lang="fr-CA" dirty="0"/>
              <a:t> entre 0 y 1. Si es </a:t>
            </a:r>
            <a:r>
              <a:rPr lang="fr-CA" dirty="0" err="1"/>
              <a:t>menor</a:t>
            </a:r>
            <a:r>
              <a:rPr lang="fr-CA" dirty="0"/>
              <a:t> a e, se </a:t>
            </a:r>
            <a:r>
              <a:rPr lang="fr-CA" dirty="0" err="1"/>
              <a:t>elige</a:t>
            </a:r>
            <a:r>
              <a:rPr lang="fr-CA" dirty="0"/>
              <a:t> </a:t>
            </a:r>
            <a:r>
              <a:rPr lang="fr-CA" dirty="0" err="1"/>
              <a:t>aleatoriamente</a:t>
            </a:r>
            <a:r>
              <a:rPr lang="fr-CA" dirty="0"/>
              <a:t> y si no, se </a:t>
            </a:r>
            <a:r>
              <a:rPr lang="fr-CA" dirty="0" err="1"/>
              <a:t>elige</a:t>
            </a:r>
            <a:r>
              <a:rPr lang="fr-CA" dirty="0"/>
              <a:t> la </a:t>
            </a:r>
            <a:r>
              <a:rPr lang="fr-CA" dirty="0" err="1"/>
              <a:t>palanca</a:t>
            </a:r>
            <a:r>
              <a:rPr lang="fr-CA" dirty="0"/>
              <a:t> con el </a:t>
            </a:r>
            <a:r>
              <a:rPr lang="fr-CA" dirty="0" err="1"/>
              <a:t>mejor</a:t>
            </a:r>
            <a:r>
              <a:rPr lang="fr-CA" dirty="0"/>
              <a:t> </a:t>
            </a:r>
            <a:r>
              <a:rPr lang="fr-CA" dirty="0" err="1"/>
              <a:t>resultado</a:t>
            </a:r>
            <a:r>
              <a:rPr lang="fr-CA" dirty="0"/>
              <a:t> de la </a:t>
            </a:r>
            <a:r>
              <a:rPr lang="fr-CA" dirty="0" err="1"/>
              <a:t>ronda</a:t>
            </a:r>
            <a:r>
              <a:rPr lang="fr-CA" dirty="0"/>
              <a:t> </a:t>
            </a:r>
            <a:r>
              <a:rPr lang="fr-CA" dirty="0" err="1"/>
              <a:t>anterior</a:t>
            </a:r>
            <a:r>
              <a:rPr lang="fr-CA" dirty="0"/>
              <a:t>.</a:t>
            </a:r>
          </a:p>
          <a:p>
            <a:r>
              <a:rPr lang="fr-CA" dirty="0" err="1"/>
              <a:t>Podríamos</a:t>
            </a:r>
            <a:r>
              <a:rPr lang="fr-CA" dirty="0"/>
              <a:t> </a:t>
            </a:r>
            <a:r>
              <a:rPr lang="fr-CA" dirty="0" err="1"/>
              <a:t>elegir</a:t>
            </a:r>
            <a:r>
              <a:rPr lang="fr-CA" dirty="0"/>
              <a:t> un </a:t>
            </a:r>
            <a:r>
              <a:rPr lang="fr-CA" dirty="0" err="1"/>
              <a:t>valor</a:t>
            </a:r>
            <a:r>
              <a:rPr lang="fr-CA" dirty="0"/>
              <a:t> </a:t>
            </a:r>
            <a:r>
              <a:rPr lang="fr-CA" dirty="0" err="1"/>
              <a:t>igual</a:t>
            </a:r>
            <a:r>
              <a:rPr lang="fr-CA" dirty="0"/>
              <a:t> a </a:t>
            </a:r>
            <a:r>
              <a:rPr lang="fr-CA" dirty="0" err="1"/>
              <a:t>uno</a:t>
            </a:r>
            <a:r>
              <a:rPr lang="fr-CA" dirty="0"/>
              <a:t> </a:t>
            </a:r>
            <a:r>
              <a:rPr lang="fr-CA" dirty="0" err="1"/>
              <a:t>inicialmente</a:t>
            </a:r>
            <a:r>
              <a:rPr lang="fr-CA" dirty="0"/>
              <a:t> y </a:t>
            </a:r>
            <a:r>
              <a:rPr lang="fr-CA" dirty="0" err="1"/>
              <a:t>luegor</a:t>
            </a:r>
            <a:r>
              <a:rPr lang="fr-CA" dirty="0"/>
              <a:t> </a:t>
            </a:r>
            <a:r>
              <a:rPr lang="fr-CA" dirty="0" err="1"/>
              <a:t>reducirlo</a:t>
            </a:r>
            <a:r>
              <a:rPr lang="fr-CA" dirty="0"/>
              <a:t> </a:t>
            </a:r>
            <a:r>
              <a:rPr lang="fr-CA" dirty="0" err="1"/>
              <a:t>paulatinamente</a:t>
            </a:r>
            <a:r>
              <a:rPr lang="fr-CA" dirty="0"/>
              <a:t> a </a:t>
            </a:r>
            <a:r>
              <a:rPr lang="fr-CA" dirty="0" err="1"/>
              <a:t>cero</a:t>
            </a:r>
            <a:r>
              <a:rPr lang="fr-CA" dirty="0"/>
              <a:t> a </a:t>
            </a:r>
            <a:r>
              <a:rPr lang="fr-CA" dirty="0" err="1"/>
              <a:t>medida</a:t>
            </a:r>
            <a:r>
              <a:rPr lang="fr-CA" dirty="0"/>
              <a:t> que van </a:t>
            </a:r>
            <a:r>
              <a:rPr lang="fr-CA" dirty="0" err="1"/>
              <a:t>apareciendo</a:t>
            </a:r>
            <a:r>
              <a:rPr lang="fr-CA" dirty="0"/>
              <a:t> los </a:t>
            </a:r>
            <a:r>
              <a:rPr lang="fr-CA" dirty="0" err="1"/>
              <a:t>nuevos</a:t>
            </a:r>
            <a:r>
              <a:rPr lang="fr-CA" dirty="0"/>
              <a:t> </a:t>
            </a:r>
            <a:r>
              <a:rPr lang="fr-CA" dirty="0" err="1"/>
              <a:t>estados</a:t>
            </a:r>
            <a:r>
              <a:rPr lang="fr-CA" dirty="0"/>
              <a:t> y </a:t>
            </a:r>
            <a:r>
              <a:rPr lang="fr-CA" dirty="0" err="1"/>
              <a:t>recompensas</a:t>
            </a:r>
            <a:r>
              <a:rPr lang="fr-CA" dirty="0"/>
              <a:t>.  </a:t>
            </a:r>
          </a:p>
          <a:p>
            <a:r>
              <a:rPr lang="fr-CA" dirty="0"/>
              <a:t>En el primer </a:t>
            </a:r>
            <a:r>
              <a:rPr lang="fr-CA" dirty="0" err="1"/>
              <a:t>ejemplo</a:t>
            </a:r>
            <a:r>
              <a:rPr lang="fr-CA" dirty="0"/>
              <a:t>, </a:t>
            </a:r>
            <a:r>
              <a:rPr lang="fr-CA" dirty="0" err="1"/>
              <a:t>supondremos</a:t>
            </a:r>
            <a:r>
              <a:rPr lang="fr-CA" dirty="0"/>
              <a:t> que e = 1 y le </a:t>
            </a:r>
            <a:r>
              <a:rPr lang="fr-CA" dirty="0" err="1"/>
              <a:t>pondremos</a:t>
            </a:r>
            <a:r>
              <a:rPr lang="fr-CA" dirty="0"/>
              <a:t> un </a:t>
            </a:r>
            <a:r>
              <a:rPr lang="fr-CA" dirty="0" err="1"/>
              <a:t>decay</a:t>
            </a:r>
            <a:r>
              <a:rPr lang="fr-CA" dirty="0"/>
              <a:t> (o </a:t>
            </a:r>
            <a:r>
              <a:rPr lang="fr-CA" dirty="0" err="1"/>
              <a:t>decaimiento</a:t>
            </a:r>
            <a:r>
              <a:rPr lang="fr-CA" dirty="0"/>
              <a:t>) para que </a:t>
            </a:r>
            <a:r>
              <a:rPr lang="fr-CA" dirty="0" err="1"/>
              <a:t>vaya</a:t>
            </a:r>
            <a:r>
              <a:rPr lang="fr-CA" dirty="0"/>
              <a:t> </a:t>
            </a:r>
            <a:r>
              <a:rPr lang="fr-CA" dirty="0" err="1"/>
              <a:t>bajando</a:t>
            </a:r>
            <a:r>
              <a:rPr lang="fr-CA" dirty="0"/>
              <a:t> </a:t>
            </a:r>
            <a:r>
              <a:rPr lang="fr-CA" dirty="0" err="1"/>
              <a:t>paulatinamente</a:t>
            </a:r>
            <a:r>
              <a:rPr lang="fr-CA" dirty="0"/>
              <a:t> y </a:t>
            </a:r>
            <a:r>
              <a:rPr lang="fr-CA" dirty="0" err="1"/>
              <a:t>así</a:t>
            </a:r>
            <a:r>
              <a:rPr lang="fr-CA" dirty="0"/>
              <a:t> </a:t>
            </a:r>
            <a:r>
              <a:rPr lang="fr-CA" dirty="0" err="1"/>
              <a:t>pasar</a:t>
            </a:r>
            <a:r>
              <a:rPr lang="fr-CA" dirty="0"/>
              <a:t> </a:t>
            </a:r>
            <a:r>
              <a:rPr lang="fr-CA" dirty="0" err="1"/>
              <a:t>cada</a:t>
            </a:r>
            <a:r>
              <a:rPr lang="fr-CA" dirty="0"/>
              <a:t> </a:t>
            </a:r>
            <a:r>
              <a:rPr lang="fr-CA" dirty="0" err="1"/>
              <a:t>vez</a:t>
            </a:r>
            <a:r>
              <a:rPr lang="fr-CA" dirty="0"/>
              <a:t> </a:t>
            </a:r>
            <a:r>
              <a:rPr lang="fr-CA" dirty="0" err="1"/>
              <a:t>más</a:t>
            </a:r>
            <a:r>
              <a:rPr lang="fr-CA" dirty="0"/>
              <a:t> de </a:t>
            </a:r>
            <a:r>
              <a:rPr lang="fr-CA" dirty="0" err="1"/>
              <a:t>explorar</a:t>
            </a:r>
            <a:r>
              <a:rPr lang="fr-CA" dirty="0"/>
              <a:t> a </a:t>
            </a:r>
            <a:r>
              <a:rPr lang="fr-CA" dirty="0" err="1"/>
              <a:t>explotar</a:t>
            </a:r>
            <a:endParaRPr lang="fr-CA" dirty="0"/>
          </a:p>
          <a:p>
            <a:r>
              <a:rPr lang="fr-CA" dirty="0"/>
              <a:t>Es </a:t>
            </a:r>
            <a:r>
              <a:rPr lang="fr-CA" dirty="0" err="1"/>
              <a:t>usual</a:t>
            </a:r>
            <a:r>
              <a:rPr lang="fr-CA" dirty="0"/>
              <a:t> que e = 0.1 y </a:t>
            </a:r>
            <a:r>
              <a:rPr lang="fr-CA" dirty="0" err="1"/>
              <a:t>dejarlo</a:t>
            </a:r>
            <a:r>
              <a:rPr lang="fr-CA" dirty="0"/>
              <a:t> constante.</a:t>
            </a:r>
          </a:p>
        </p:txBody>
      </p:sp>
    </p:spTree>
    <p:extLst>
      <p:ext uri="{BB962C8B-B14F-4D97-AF65-F5344CB8AC3E}">
        <p14:creationId xmlns:p14="http://schemas.microsoft.com/office/powerpoint/2010/main" val="3418356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49" y="1290168"/>
            <a:ext cx="7886700" cy="994172"/>
          </a:xfrm>
        </p:spPr>
        <p:txBody>
          <a:bodyPr/>
          <a:lstStyle/>
          <a:p>
            <a:r>
              <a:rPr lang="en-CA" sz="3000" dirty="0" err="1"/>
              <a:t>Formalmente</a:t>
            </a:r>
            <a:r>
              <a:rPr lang="en-CA" sz="3000" dirty="0"/>
              <a:t>:</a:t>
            </a:r>
          </a:p>
        </p:txBody>
      </p:sp>
      <p:sp>
        <p:nvSpPr>
          <p:cNvPr id="3" name="Content Placeholder 2"/>
          <p:cNvSpPr>
            <a:spLocks noGrp="1"/>
          </p:cNvSpPr>
          <p:nvPr>
            <p:ph idx="1"/>
          </p:nvPr>
        </p:nvSpPr>
        <p:spPr>
          <a:xfrm>
            <a:off x="396830" y="2135952"/>
            <a:ext cx="7886700" cy="3597303"/>
          </a:xfrm>
        </p:spPr>
        <p:txBody>
          <a:bodyPr>
            <a:normAutofit/>
          </a:bodyPr>
          <a:lstStyle/>
          <a:p>
            <a:r>
              <a:rPr lang="en-CA" dirty="0"/>
              <a:t>La Palanca </a:t>
            </a:r>
            <a:r>
              <a:rPr lang="en-CA" i="1" dirty="0">
                <a:latin typeface="+mj-lt"/>
              </a:rPr>
              <a:t>k </a:t>
            </a:r>
            <a:r>
              <a:rPr lang="en-CA" dirty="0"/>
              <a:t>ha </a:t>
            </a:r>
            <a:r>
              <a:rPr lang="en-CA" dirty="0" err="1"/>
              <a:t>sido</a:t>
            </a:r>
            <a:r>
              <a:rPr lang="en-CA" dirty="0"/>
              <a:t> </a:t>
            </a:r>
            <a:r>
              <a:rPr lang="en-CA" dirty="0" err="1"/>
              <a:t>elegida</a:t>
            </a:r>
            <a:r>
              <a:rPr lang="en-CA" dirty="0"/>
              <a:t> </a:t>
            </a:r>
            <a:r>
              <a:rPr lang="en-CA" i="1" dirty="0">
                <a:latin typeface="+mj-lt"/>
              </a:rPr>
              <a:t>n</a:t>
            </a:r>
            <a:r>
              <a:rPr lang="en-CA" dirty="0">
                <a:latin typeface="+mj-lt"/>
              </a:rPr>
              <a:t>−1</a:t>
            </a:r>
            <a:r>
              <a:rPr lang="en-CA" dirty="0"/>
              <a:t> </a:t>
            </a:r>
            <a:r>
              <a:rPr lang="en-CA" dirty="0" err="1"/>
              <a:t>veces</a:t>
            </a:r>
            <a:r>
              <a:rPr lang="en-CA" dirty="0"/>
              <a:t> y la </a:t>
            </a:r>
            <a:r>
              <a:rPr lang="en-CA" dirty="0" err="1"/>
              <a:t>recompensa</a:t>
            </a:r>
            <a:r>
              <a:rPr lang="en-CA" dirty="0"/>
              <a:t> total del </a:t>
            </a:r>
            <a:r>
              <a:rPr lang="en-CA" dirty="0" err="1"/>
              <a:t>periodo</a:t>
            </a:r>
            <a:r>
              <a:rPr lang="en-CA" dirty="0"/>
              <a:t> </a:t>
            </a:r>
            <a:r>
              <a:rPr lang="en-CA" i="1" dirty="0">
                <a:latin typeface="+mj-lt"/>
              </a:rPr>
              <a:t>j </a:t>
            </a:r>
            <a:r>
              <a:rPr lang="en-CA" dirty="0" err="1"/>
              <a:t>elegido</a:t>
            </a:r>
            <a:r>
              <a:rPr lang="en-CA" dirty="0"/>
              <a:t> es </a:t>
            </a:r>
            <a:r>
              <a:rPr lang="en-CA" i="1" dirty="0" err="1">
                <a:latin typeface="+mj-lt"/>
              </a:rPr>
              <a:t>R</a:t>
            </a:r>
            <a:r>
              <a:rPr lang="en-CA" i="1" baseline="-25000" dirty="0" err="1">
                <a:latin typeface="+mj-lt"/>
              </a:rPr>
              <a:t>j</a:t>
            </a:r>
            <a:r>
              <a:rPr lang="en-CA" i="1" dirty="0">
                <a:latin typeface="+mj-lt"/>
              </a:rPr>
              <a:t> </a:t>
            </a:r>
          </a:p>
          <a:p>
            <a:r>
              <a:rPr lang="en-CA" dirty="0" err="1"/>
              <a:t>Recompensa</a:t>
            </a:r>
            <a:r>
              <a:rPr lang="en-CA" dirty="0"/>
              <a:t> </a:t>
            </a:r>
            <a:r>
              <a:rPr lang="en-CA" dirty="0" err="1"/>
              <a:t>esperada</a:t>
            </a:r>
            <a:r>
              <a:rPr lang="en-CA" dirty="0"/>
              <a:t> es:</a:t>
            </a:r>
          </a:p>
          <a:p>
            <a:pPr marL="0" indent="0">
              <a:buNone/>
            </a:pPr>
            <a:endParaRPr lang="en-CA" dirty="0"/>
          </a:p>
          <a:p>
            <a:endParaRPr lang="en-CA" dirty="0"/>
          </a:p>
          <a:p>
            <a:endParaRPr lang="en-CA" dirty="0"/>
          </a:p>
          <a:p>
            <a:r>
              <a:rPr lang="es-MX" dirty="0"/>
              <a:t>Si se elige la palanca k-</a:t>
            </a:r>
            <a:r>
              <a:rPr lang="es-MX" dirty="0" err="1"/>
              <a:t>ésima</a:t>
            </a:r>
            <a:r>
              <a:rPr lang="es-MX" dirty="0"/>
              <a:t> por enésima vez y produce una recompensa Rn</a:t>
            </a:r>
            <a:endParaRPr lang="en-CA" dirty="0"/>
          </a:p>
          <a:p>
            <a:endParaRPr lang="en-CA" dirty="0"/>
          </a:p>
          <a:p>
            <a:pPr marL="0" indent="0">
              <a:buNone/>
            </a:pPr>
            <a:endParaRPr lang="en-CA" baseline="-25000" dirty="0"/>
          </a:p>
          <a:p>
            <a:pPr marL="0" indent="0">
              <a:buNone/>
            </a:pPr>
            <a:endParaRPr lang="en-CA" baseline="-25000" dirty="0"/>
          </a:p>
          <a:p>
            <a:endParaRPr lang="en-CA" baseline="-25000" dirty="0"/>
          </a:p>
          <a:p>
            <a:pPr marL="0" indent="0">
              <a:buNone/>
            </a:pPr>
            <a:endParaRPr lang="en-CA" baseline="-25000" dirty="0"/>
          </a:p>
          <a:p>
            <a:endParaRPr lang="en-CA" baseline="-25000" dirty="0"/>
          </a:p>
          <a:p>
            <a:endParaRPr lang="en-CA" dirty="0"/>
          </a:p>
          <a:p>
            <a:pPr marL="0" indent="0">
              <a:buNone/>
            </a:pPr>
            <a:endParaRPr lang="en-CA" dirty="0"/>
          </a:p>
          <a:p>
            <a:pPr marL="0" indent="0">
              <a:buNone/>
            </a:pPr>
            <a:endParaRPr lang="en-CA" i="1" baseline="-25000" dirty="0"/>
          </a:p>
          <a:p>
            <a:endParaRPr lang="en-CA" dirty="0"/>
          </a:p>
        </p:txBody>
      </p:sp>
      <p:graphicFrame>
        <p:nvGraphicFramePr>
          <p:cNvPr id="4" name="Object 3"/>
          <p:cNvGraphicFramePr>
            <a:graphicFrameLocks noChangeAspect="1"/>
          </p:cNvGraphicFramePr>
          <p:nvPr>
            <p:extLst>
              <p:ext uri="{D42A27DB-BD31-4B8C-83A1-F6EECF244321}">
                <p14:modId xmlns:p14="http://schemas.microsoft.com/office/powerpoint/2010/main" val="1484959338"/>
              </p:ext>
            </p:extLst>
          </p:nvPr>
        </p:nvGraphicFramePr>
        <p:xfrm>
          <a:off x="3448050" y="3398838"/>
          <a:ext cx="1593850" cy="641350"/>
        </p:xfrm>
        <a:graphic>
          <a:graphicData uri="http://schemas.openxmlformats.org/presentationml/2006/ole">
            <mc:AlternateContent xmlns:mc="http://schemas.openxmlformats.org/markup-compatibility/2006">
              <mc:Choice xmlns:v="urn:schemas-microsoft-com:vml" Requires="v">
                <p:oleObj name="Equation" r:id="rId2" imgW="1104840" imgH="444240" progId="Equation.DSMT4">
                  <p:embed/>
                </p:oleObj>
              </mc:Choice>
              <mc:Fallback>
                <p:oleObj name="Equation" r:id="rId2" imgW="1104840" imgH="444240" progId="Equation.DSMT4">
                  <p:embed/>
                  <p:pic>
                    <p:nvPicPr>
                      <p:cNvPr id="4" name="Object 3"/>
                      <p:cNvPicPr/>
                      <p:nvPr/>
                    </p:nvPicPr>
                    <p:blipFill>
                      <a:blip r:embed="rId3"/>
                      <a:stretch>
                        <a:fillRect/>
                      </a:stretch>
                    </p:blipFill>
                    <p:spPr>
                      <a:xfrm>
                        <a:off x="3448050" y="3398838"/>
                        <a:ext cx="1593850" cy="641350"/>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2121848300"/>
              </p:ext>
            </p:extLst>
          </p:nvPr>
        </p:nvGraphicFramePr>
        <p:xfrm>
          <a:off x="2962274" y="4889883"/>
          <a:ext cx="3219450" cy="622697"/>
        </p:xfrm>
        <a:graphic>
          <a:graphicData uri="http://schemas.openxmlformats.org/presentationml/2006/ole">
            <mc:AlternateContent xmlns:mc="http://schemas.openxmlformats.org/markup-compatibility/2006">
              <mc:Choice xmlns:v="urn:schemas-microsoft-com:vml" Requires="v">
                <p:oleObj name="Equation" r:id="rId4" imgW="2234880" imgH="431640" progId="Equation.DSMT4">
                  <p:embed/>
                </p:oleObj>
              </mc:Choice>
              <mc:Fallback>
                <p:oleObj name="Equation" r:id="rId4" imgW="2234880" imgH="431640" progId="Equation.DSMT4">
                  <p:embed/>
                  <p:pic>
                    <p:nvPicPr>
                      <p:cNvPr id="5" name="Object 4"/>
                      <p:cNvPicPr/>
                      <p:nvPr/>
                    </p:nvPicPr>
                    <p:blipFill>
                      <a:blip r:embed="rId5"/>
                      <a:stretch>
                        <a:fillRect/>
                      </a:stretch>
                    </p:blipFill>
                    <p:spPr>
                      <a:xfrm>
                        <a:off x="2962274" y="4889883"/>
                        <a:ext cx="3219450" cy="622697"/>
                      </a:xfrm>
                      <a:prstGeom prst="rect">
                        <a:avLst/>
                      </a:prstGeom>
                    </p:spPr>
                  </p:pic>
                </p:oleObj>
              </mc:Fallback>
            </mc:AlternateContent>
          </a:graphicData>
        </a:graphic>
      </p:graphicFrame>
      <p:sp>
        <p:nvSpPr>
          <p:cNvPr id="6" name="Slide Number Placeholder 5"/>
          <p:cNvSpPr>
            <a:spLocks noGrp="1"/>
          </p:cNvSpPr>
          <p:nvPr>
            <p:ph type="sldNum" sz="quarter" idx="12"/>
          </p:nvPr>
        </p:nvSpPr>
        <p:spPr/>
        <p:txBody>
          <a:bodyPr/>
          <a:lstStyle/>
          <a:p>
            <a:fld id="{B095A5CE-67BC-412D-BFFD-14F19C21C82C}" type="slidenum">
              <a:rPr lang="en-CA" smtClean="0"/>
              <a:t>13</a:t>
            </a:fld>
            <a:endParaRPr lang="en-CA" dirty="0"/>
          </a:p>
        </p:txBody>
      </p:sp>
      <p:sp>
        <p:nvSpPr>
          <p:cNvPr id="8" name="CuadroTexto 7">
            <a:extLst>
              <a:ext uri="{FF2B5EF4-FFF2-40B4-BE49-F238E27FC236}">
                <a16:creationId xmlns:a16="http://schemas.microsoft.com/office/drawing/2014/main" id="{4C459008-146F-A438-57A7-695EC245F744}"/>
              </a:ext>
            </a:extLst>
          </p:cNvPr>
          <p:cNvSpPr txBox="1"/>
          <p:nvPr/>
        </p:nvSpPr>
        <p:spPr>
          <a:xfrm>
            <a:off x="3707904" y="5661248"/>
            <a:ext cx="3528392" cy="954107"/>
          </a:xfrm>
          <a:prstGeom prst="rect">
            <a:avLst/>
          </a:prstGeom>
        </p:spPr>
        <p:style>
          <a:lnRef idx="1">
            <a:schemeClr val="accent4"/>
          </a:lnRef>
          <a:fillRef idx="3">
            <a:schemeClr val="accent4"/>
          </a:fillRef>
          <a:effectRef idx="2">
            <a:schemeClr val="accent4"/>
          </a:effectRef>
          <a:fontRef idx="minor">
            <a:schemeClr val="lt1"/>
          </a:fontRef>
        </p:style>
        <p:txBody>
          <a:bodyPr wrap="square" rtlCol="0">
            <a:spAutoFit/>
          </a:bodyPr>
          <a:lstStyle/>
          <a:p>
            <a:r>
              <a:rPr lang="fr-CA" sz="1400" dirty="0" err="1"/>
              <a:t>Esto</a:t>
            </a:r>
            <a:r>
              <a:rPr lang="fr-CA" sz="1400" dirty="0"/>
              <a:t> </a:t>
            </a:r>
            <a:r>
              <a:rPr lang="fr-CA" sz="1400" dirty="0" err="1"/>
              <a:t>último</a:t>
            </a:r>
            <a:r>
              <a:rPr lang="fr-CA" sz="1400" dirty="0"/>
              <a:t> es </a:t>
            </a:r>
            <a:r>
              <a:rPr lang="fr-CA" sz="1400" dirty="0" err="1"/>
              <a:t>interesante</a:t>
            </a:r>
            <a:r>
              <a:rPr lang="fr-CA" sz="1400" dirty="0"/>
              <a:t> porque </a:t>
            </a:r>
            <a:r>
              <a:rPr lang="fr-CA" sz="1400" dirty="0" err="1"/>
              <a:t>como</a:t>
            </a:r>
            <a:r>
              <a:rPr lang="fr-CA" sz="1400" dirty="0"/>
              <a:t> </a:t>
            </a:r>
            <a:r>
              <a:rPr lang="fr-CA" sz="1400" dirty="0" err="1"/>
              <a:t>tenemos</a:t>
            </a:r>
            <a:r>
              <a:rPr lang="fr-CA" sz="1400" dirty="0"/>
              <a:t> </a:t>
            </a:r>
            <a:r>
              <a:rPr lang="fr-CA" sz="1400" dirty="0" err="1"/>
              <a:t>Qold</a:t>
            </a:r>
            <a:r>
              <a:rPr lang="fr-CA" sz="1400" dirty="0"/>
              <a:t>, no </a:t>
            </a:r>
            <a:r>
              <a:rPr lang="fr-CA" sz="1400" dirty="0" err="1"/>
              <a:t>necesitamos</a:t>
            </a:r>
            <a:r>
              <a:rPr lang="fr-CA" sz="1400" dirty="0"/>
              <a:t> </a:t>
            </a:r>
            <a:r>
              <a:rPr lang="fr-CA" sz="1400" dirty="0" err="1"/>
              <a:t>recalcular</a:t>
            </a:r>
            <a:r>
              <a:rPr lang="fr-CA" sz="1400" dirty="0"/>
              <a:t> </a:t>
            </a:r>
            <a:r>
              <a:rPr lang="fr-CA" sz="1400" dirty="0" err="1"/>
              <a:t>todas</a:t>
            </a:r>
            <a:r>
              <a:rPr lang="fr-CA" sz="1400" dirty="0"/>
              <a:t> las </a:t>
            </a:r>
            <a:r>
              <a:rPr lang="fr-CA" sz="1400" dirty="0" err="1"/>
              <a:t>recompensas</a:t>
            </a:r>
            <a:r>
              <a:rPr lang="fr-CA" sz="1400" dirty="0"/>
              <a:t> </a:t>
            </a:r>
            <a:r>
              <a:rPr lang="fr-CA" sz="1400" dirty="0" err="1"/>
              <a:t>pasadas</a:t>
            </a:r>
            <a:r>
              <a:rPr lang="fr-CA" sz="1400" dirty="0"/>
              <a:t> sino que </a:t>
            </a:r>
            <a:r>
              <a:rPr lang="fr-CA" sz="1400" dirty="0" err="1"/>
              <a:t>vamos</a:t>
            </a:r>
            <a:r>
              <a:rPr lang="fr-CA" sz="1400" dirty="0"/>
              <a:t> </a:t>
            </a:r>
            <a:r>
              <a:rPr lang="fr-CA" sz="1400" dirty="0" err="1"/>
              <a:t>registrando</a:t>
            </a:r>
            <a:r>
              <a:rPr lang="fr-CA" sz="1400" dirty="0"/>
              <a:t> Rn.</a:t>
            </a:r>
          </a:p>
        </p:txBody>
      </p:sp>
    </p:spTree>
    <p:extLst>
      <p:ext uri="{BB962C8B-B14F-4D97-AF65-F5344CB8AC3E}">
        <p14:creationId xmlns:p14="http://schemas.microsoft.com/office/powerpoint/2010/main" val="22203600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062" y="930275"/>
            <a:ext cx="8502401" cy="1380856"/>
          </a:xfrm>
        </p:spPr>
        <p:txBody>
          <a:bodyPr/>
          <a:lstStyle/>
          <a:p>
            <a:r>
              <a:rPr lang="en-CA" dirty="0" err="1"/>
              <a:t>Ejemplo</a:t>
            </a:r>
            <a:r>
              <a:rPr lang="en-CA" dirty="0"/>
              <a:t> </a:t>
            </a:r>
            <a:r>
              <a:rPr lang="en-CA" dirty="0" err="1"/>
              <a:t>Tabla</a:t>
            </a:r>
            <a:r>
              <a:rPr lang="en-CA" dirty="0"/>
              <a:t> 7.1 de Hull, 4 bandits (m</a:t>
            </a:r>
            <a:r>
              <a:rPr lang="en-CA" baseline="-25000" dirty="0"/>
              <a:t>1</a:t>
            </a:r>
            <a:r>
              <a:rPr lang="en-CA" dirty="0"/>
              <a:t>=1.2, m</a:t>
            </a:r>
            <a:r>
              <a:rPr lang="en-CA" baseline="-25000" dirty="0"/>
              <a:t>2</a:t>
            </a:r>
            <a:r>
              <a:rPr lang="en-CA" dirty="0"/>
              <a:t>=1, m</a:t>
            </a:r>
            <a:r>
              <a:rPr lang="en-CA" baseline="-25000" dirty="0"/>
              <a:t>3</a:t>
            </a:r>
            <a:r>
              <a:rPr lang="en-CA" dirty="0"/>
              <a:t>=0.8, m</a:t>
            </a:r>
            <a:r>
              <a:rPr lang="en-CA" baseline="-25000" dirty="0"/>
              <a:t>4</a:t>
            </a:r>
            <a:r>
              <a:rPr lang="en-CA" dirty="0"/>
              <a:t>=1.4); </a:t>
            </a:r>
            <a:br>
              <a:rPr lang="en-CA" dirty="0"/>
            </a:br>
            <a:r>
              <a:rPr lang="en-CA" dirty="0"/>
              <a:t>Por </a:t>
            </a:r>
            <a:r>
              <a:rPr lang="en-CA" dirty="0" err="1"/>
              <a:t>ejemplo</a:t>
            </a:r>
            <a:r>
              <a:rPr lang="en-CA" dirty="0"/>
              <a:t> </a:t>
            </a:r>
            <a:r>
              <a:rPr lang="en-CA" i="0" dirty="0">
                <a:latin typeface="Symbol" panose="05050102010706020507" pitchFamily="18" charset="2"/>
              </a:rPr>
              <a:t>e</a:t>
            </a:r>
            <a:r>
              <a:rPr lang="en-CA" dirty="0">
                <a:latin typeface="Symbol" panose="05050102010706020507" pitchFamily="18" charset="2"/>
              </a:rPr>
              <a:t> </a:t>
            </a:r>
            <a:r>
              <a:rPr lang="en-CA" dirty="0"/>
              <a:t>= 0.1 (</a:t>
            </a:r>
            <a:r>
              <a:rPr lang="en-CA" sz="1100" dirty="0"/>
              <a:t>o 90% de prob de </a:t>
            </a:r>
            <a:r>
              <a:rPr lang="en-CA" sz="1100" dirty="0" err="1"/>
              <a:t>elegir</a:t>
            </a:r>
            <a:r>
              <a:rPr lang="en-CA" sz="1100" dirty="0"/>
              <a:t> la Palanca que ha dado </a:t>
            </a:r>
            <a:r>
              <a:rPr lang="en-CA" sz="1100" dirty="0" err="1"/>
              <a:t>el</a:t>
            </a:r>
            <a:r>
              <a:rPr lang="en-CA" sz="1100" dirty="0"/>
              <a:t> major </a:t>
            </a:r>
            <a:r>
              <a:rPr lang="en-CA" sz="1100" dirty="0" err="1"/>
              <a:t>resultado</a:t>
            </a:r>
            <a:r>
              <a:rPr lang="en-CA" sz="1100" dirty="0"/>
              <a:t> hasta </a:t>
            </a:r>
            <a:r>
              <a:rPr lang="en-CA" sz="1100" dirty="0" err="1"/>
              <a:t>ahora</a:t>
            </a:r>
            <a:r>
              <a:rPr lang="en-CA" dirty="0"/>
              <a:t>)</a:t>
            </a:r>
          </a:p>
        </p:txBody>
      </p:sp>
      <p:sp>
        <p:nvSpPr>
          <p:cNvPr id="3" name="Slide Number Placeholder 2"/>
          <p:cNvSpPr>
            <a:spLocks noGrp="1"/>
          </p:cNvSpPr>
          <p:nvPr>
            <p:ph type="sldNum" sz="quarter" idx="12"/>
          </p:nvPr>
        </p:nvSpPr>
        <p:spPr/>
        <p:txBody>
          <a:bodyPr/>
          <a:lstStyle/>
          <a:p>
            <a:fld id="{B095A5CE-67BC-412D-BFFD-14F19C21C82C}" type="slidenum">
              <a:rPr lang="en-CA" smtClean="0"/>
              <a:t>14</a:t>
            </a:fld>
            <a:endParaRPr lang="en-CA"/>
          </a:p>
        </p:txBody>
      </p:sp>
      <p:sp>
        <p:nvSpPr>
          <p:cNvPr id="4" name="Footer Placeholder 3"/>
          <p:cNvSpPr>
            <a:spLocks noGrp="1"/>
          </p:cNvSpPr>
          <p:nvPr>
            <p:ph type="ftr" sz="quarter" idx="11"/>
          </p:nvPr>
        </p:nvSpPr>
        <p:spPr/>
        <p:txBody>
          <a:bodyPr/>
          <a:lstStyle/>
          <a:p>
            <a:r>
              <a:rPr lang="en-US"/>
              <a:t>Machine Learning in Business 2nd Edition. Copyright © John C. Hull 2020</a:t>
            </a:r>
            <a:endParaRPr lang="en-CA"/>
          </a:p>
        </p:txBody>
      </p:sp>
      <p:sp>
        <p:nvSpPr>
          <p:cNvPr id="5" name="CuadroTexto 4">
            <a:extLst>
              <a:ext uri="{FF2B5EF4-FFF2-40B4-BE49-F238E27FC236}">
                <a16:creationId xmlns:a16="http://schemas.microsoft.com/office/drawing/2014/main" id="{B229E100-7655-21CA-8C3D-86618A59E6BB}"/>
              </a:ext>
            </a:extLst>
          </p:cNvPr>
          <p:cNvSpPr txBox="1"/>
          <p:nvPr/>
        </p:nvSpPr>
        <p:spPr>
          <a:xfrm>
            <a:off x="899592" y="5229200"/>
            <a:ext cx="7200800" cy="923330"/>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fr-CA" dirty="0" err="1"/>
              <a:t>Evidentemente</a:t>
            </a:r>
            <a:r>
              <a:rPr lang="fr-CA" dirty="0"/>
              <a:t>, no </a:t>
            </a:r>
            <a:r>
              <a:rPr lang="fr-CA" dirty="0" err="1"/>
              <a:t>sabemos</a:t>
            </a:r>
            <a:r>
              <a:rPr lang="fr-CA" dirty="0"/>
              <a:t> los </a:t>
            </a:r>
            <a:r>
              <a:rPr lang="fr-CA" dirty="0" err="1"/>
              <a:t>valores</a:t>
            </a:r>
            <a:r>
              <a:rPr lang="fr-CA" dirty="0"/>
              <a:t> </a:t>
            </a:r>
            <a:r>
              <a:rPr lang="fr-CA" dirty="0" err="1"/>
              <a:t>mk</a:t>
            </a:r>
            <a:r>
              <a:rPr lang="fr-CA" dirty="0"/>
              <a:t> o </a:t>
            </a:r>
            <a:r>
              <a:rPr lang="fr-CA" dirty="0" err="1"/>
              <a:t>siempre</a:t>
            </a:r>
            <a:r>
              <a:rPr lang="fr-CA" dirty="0"/>
              <a:t> </a:t>
            </a:r>
            <a:r>
              <a:rPr lang="fr-CA" dirty="0" err="1"/>
              <a:t>elegiríamos</a:t>
            </a:r>
            <a:r>
              <a:rPr lang="fr-CA" dirty="0"/>
              <a:t> la 4. </a:t>
            </a:r>
            <a:r>
              <a:rPr lang="fr-CA" dirty="0" err="1"/>
              <a:t>Por</a:t>
            </a:r>
            <a:r>
              <a:rPr lang="fr-CA" dirty="0"/>
              <a:t> </a:t>
            </a:r>
            <a:r>
              <a:rPr lang="fr-CA" dirty="0" err="1"/>
              <a:t>eso</a:t>
            </a:r>
            <a:r>
              <a:rPr lang="fr-CA" dirty="0"/>
              <a:t> </a:t>
            </a:r>
            <a:r>
              <a:rPr lang="fr-CA" dirty="0" err="1"/>
              <a:t>debemos</a:t>
            </a:r>
            <a:r>
              <a:rPr lang="fr-CA" dirty="0"/>
              <a:t> </a:t>
            </a:r>
            <a:r>
              <a:rPr lang="fr-CA" dirty="0" err="1"/>
              <a:t>detectarlo</a:t>
            </a:r>
            <a:r>
              <a:rPr lang="fr-CA" dirty="0"/>
              <a:t> de a poco </a:t>
            </a:r>
            <a:r>
              <a:rPr lang="fr-CA" dirty="0" err="1"/>
              <a:t>por</a:t>
            </a:r>
            <a:r>
              <a:rPr lang="fr-CA" dirty="0"/>
              <a:t> </a:t>
            </a:r>
            <a:r>
              <a:rPr lang="fr-CA" dirty="0" err="1"/>
              <a:t>sistema</a:t>
            </a:r>
            <a:r>
              <a:rPr lang="fr-CA" dirty="0"/>
              <a:t> de </a:t>
            </a:r>
            <a:r>
              <a:rPr lang="fr-CA" dirty="0" err="1"/>
              <a:t>recompensas</a:t>
            </a:r>
            <a:endParaRPr lang="fr-CA" dirty="0"/>
          </a:p>
        </p:txBody>
      </p:sp>
      <p:pic>
        <p:nvPicPr>
          <p:cNvPr id="6" name="Imagen 5">
            <a:extLst>
              <a:ext uri="{FF2B5EF4-FFF2-40B4-BE49-F238E27FC236}">
                <a16:creationId xmlns:a16="http://schemas.microsoft.com/office/drawing/2014/main" id="{DF13302B-EE42-00D6-7148-85B31CC79F39}"/>
              </a:ext>
            </a:extLst>
          </p:cNvPr>
          <p:cNvPicPr>
            <a:picLocks noChangeAspect="1"/>
          </p:cNvPicPr>
          <p:nvPr/>
        </p:nvPicPr>
        <p:blipFill>
          <a:blip r:embed="rId2"/>
          <a:stretch>
            <a:fillRect/>
          </a:stretch>
        </p:blipFill>
        <p:spPr>
          <a:xfrm>
            <a:off x="-2651" y="2417331"/>
            <a:ext cx="9144000" cy="2639799"/>
          </a:xfrm>
          <a:prstGeom prst="rect">
            <a:avLst/>
          </a:prstGeom>
        </p:spPr>
      </p:pic>
    </p:spTree>
    <p:extLst>
      <p:ext uri="{BB962C8B-B14F-4D97-AF65-F5344CB8AC3E}">
        <p14:creationId xmlns:p14="http://schemas.microsoft.com/office/powerpoint/2010/main" val="12360277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0EF6CF-C739-F199-BC1B-26D897D58E57}"/>
              </a:ext>
            </a:extLst>
          </p:cNvPr>
          <p:cNvSpPr>
            <a:spLocks noGrp="1"/>
          </p:cNvSpPr>
          <p:nvPr>
            <p:ph type="title"/>
          </p:nvPr>
        </p:nvSpPr>
        <p:spPr/>
        <p:txBody>
          <a:bodyPr/>
          <a:lstStyle/>
          <a:p>
            <a:r>
              <a:rPr lang="fr-CA" dirty="0"/>
              <a:t>Una </a:t>
            </a:r>
            <a:r>
              <a:rPr lang="fr-CA" dirty="0" err="1"/>
              <a:t>observación</a:t>
            </a:r>
            <a:r>
              <a:rPr lang="fr-CA" dirty="0"/>
              <a:t> sobre el </a:t>
            </a:r>
            <a:r>
              <a:rPr lang="fr-CA" dirty="0" err="1"/>
              <a:t>modelo</a:t>
            </a:r>
            <a:r>
              <a:rPr lang="fr-CA" dirty="0"/>
              <a:t> en Excel</a:t>
            </a:r>
          </a:p>
        </p:txBody>
      </p:sp>
      <p:sp>
        <p:nvSpPr>
          <p:cNvPr id="3" name="Marcador de contenido 2">
            <a:extLst>
              <a:ext uri="{FF2B5EF4-FFF2-40B4-BE49-F238E27FC236}">
                <a16:creationId xmlns:a16="http://schemas.microsoft.com/office/drawing/2014/main" id="{AA4177C1-7959-DE26-4738-05505C9D7764}"/>
              </a:ext>
            </a:extLst>
          </p:cNvPr>
          <p:cNvSpPr>
            <a:spLocks noGrp="1"/>
          </p:cNvSpPr>
          <p:nvPr>
            <p:ph idx="1"/>
          </p:nvPr>
        </p:nvSpPr>
        <p:spPr/>
        <p:txBody>
          <a:bodyPr/>
          <a:lstStyle/>
          <a:p>
            <a:r>
              <a:rPr lang="fr-CA" dirty="0" err="1"/>
              <a:t>Hasta</a:t>
            </a:r>
            <a:r>
              <a:rPr lang="fr-CA" dirty="0"/>
              <a:t> </a:t>
            </a:r>
            <a:r>
              <a:rPr lang="fr-CA" dirty="0" err="1"/>
              <a:t>aquí</a:t>
            </a:r>
            <a:r>
              <a:rPr lang="fr-CA" dirty="0"/>
              <a:t>, en el </a:t>
            </a:r>
            <a:r>
              <a:rPr lang="fr-CA" dirty="0" err="1"/>
              <a:t>multiarm</a:t>
            </a:r>
            <a:r>
              <a:rPr lang="fr-CA" dirty="0"/>
              <a:t> bandit, </a:t>
            </a:r>
            <a:r>
              <a:rPr lang="fr-CA" b="1" dirty="0"/>
              <a:t>el </a:t>
            </a:r>
            <a:r>
              <a:rPr lang="fr-CA" b="1" dirty="0" err="1"/>
              <a:t>entorno</a:t>
            </a:r>
            <a:r>
              <a:rPr lang="fr-CA" b="1" dirty="0"/>
              <a:t> no </a:t>
            </a:r>
            <a:r>
              <a:rPr lang="fr-CA" b="1" dirty="0" err="1"/>
              <a:t>varía</a:t>
            </a:r>
            <a:r>
              <a:rPr lang="fr-CA" b="1" dirty="0"/>
              <a:t> </a:t>
            </a:r>
            <a:r>
              <a:rPr lang="fr-CA" dirty="0" err="1"/>
              <a:t>por</a:t>
            </a:r>
            <a:r>
              <a:rPr lang="fr-CA" dirty="0"/>
              <a:t> lo que Q solo es </a:t>
            </a:r>
            <a:r>
              <a:rPr lang="fr-CA" dirty="0" err="1"/>
              <a:t>función</a:t>
            </a:r>
            <a:r>
              <a:rPr lang="fr-CA" dirty="0"/>
              <a:t> de la </a:t>
            </a:r>
            <a:r>
              <a:rPr lang="fr-CA" dirty="0" err="1"/>
              <a:t>decisión</a:t>
            </a:r>
            <a:r>
              <a:rPr lang="fr-CA" dirty="0"/>
              <a:t> (</a:t>
            </a:r>
            <a:r>
              <a:rPr lang="fr-CA" dirty="0" err="1"/>
              <a:t>cuál</a:t>
            </a:r>
            <a:r>
              <a:rPr lang="fr-CA" dirty="0"/>
              <a:t> </a:t>
            </a:r>
            <a:r>
              <a:rPr lang="fr-CA" dirty="0" err="1"/>
              <a:t>palanca</a:t>
            </a:r>
            <a:r>
              <a:rPr lang="fr-CA" dirty="0"/>
              <a:t> de </a:t>
            </a:r>
            <a:r>
              <a:rPr lang="fr-CA" dirty="0" err="1"/>
              <a:t>máquina</a:t>
            </a:r>
            <a:r>
              <a:rPr lang="fr-CA" dirty="0"/>
              <a:t> de casino </a:t>
            </a:r>
            <a:r>
              <a:rPr lang="fr-CA" dirty="0" err="1"/>
              <a:t>elegir</a:t>
            </a:r>
            <a:r>
              <a:rPr lang="fr-CA" dirty="0"/>
              <a:t>)</a:t>
            </a:r>
          </a:p>
        </p:txBody>
      </p:sp>
      <p:sp>
        <p:nvSpPr>
          <p:cNvPr id="4" name="Marcador de número de diapositiva 3">
            <a:extLst>
              <a:ext uri="{FF2B5EF4-FFF2-40B4-BE49-F238E27FC236}">
                <a16:creationId xmlns:a16="http://schemas.microsoft.com/office/drawing/2014/main" id="{7307CEDF-FFDE-D796-6647-A7FBE4C8E55B}"/>
              </a:ext>
            </a:extLst>
          </p:cNvPr>
          <p:cNvSpPr>
            <a:spLocks noGrp="1"/>
          </p:cNvSpPr>
          <p:nvPr>
            <p:ph type="sldNum" sz="quarter" idx="12"/>
          </p:nvPr>
        </p:nvSpPr>
        <p:spPr/>
        <p:txBody>
          <a:bodyPr/>
          <a:lstStyle/>
          <a:p>
            <a:fld id="{F979D778-5668-409F-BE61-8F31D5437AFC}" type="slidenum">
              <a:rPr lang="en-CA" smtClean="0"/>
              <a:t>15</a:t>
            </a:fld>
            <a:endParaRPr lang="en-CA"/>
          </a:p>
        </p:txBody>
      </p:sp>
    </p:spTree>
    <p:extLst>
      <p:ext uri="{BB962C8B-B14F-4D97-AF65-F5344CB8AC3E}">
        <p14:creationId xmlns:p14="http://schemas.microsoft.com/office/powerpoint/2010/main" val="39956618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1303986" y="3327624"/>
            <a:ext cx="569890" cy="51193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CA" sz="1350" dirty="0"/>
              <a:t>S</a:t>
            </a:r>
            <a:r>
              <a:rPr lang="en-CA" sz="1350" baseline="-25000" dirty="0"/>
              <a:t>0</a:t>
            </a:r>
            <a:endParaRPr lang="en-CA" sz="1350" dirty="0"/>
          </a:p>
        </p:txBody>
      </p:sp>
      <p:sp>
        <p:nvSpPr>
          <p:cNvPr id="3" name="Rectangle 2"/>
          <p:cNvSpPr/>
          <p:nvPr/>
        </p:nvSpPr>
        <p:spPr>
          <a:xfrm>
            <a:off x="2685246" y="3322747"/>
            <a:ext cx="811370" cy="5385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CA" sz="1350" dirty="0"/>
              <a:t>A</a:t>
            </a:r>
            <a:r>
              <a:rPr lang="en-CA" sz="1350" baseline="-25000" dirty="0"/>
              <a:t>0</a:t>
            </a:r>
            <a:endParaRPr lang="en-CA" sz="1350" dirty="0"/>
          </a:p>
        </p:txBody>
      </p:sp>
      <p:sp>
        <p:nvSpPr>
          <p:cNvPr id="4" name="Oval 3"/>
          <p:cNvSpPr/>
          <p:nvPr/>
        </p:nvSpPr>
        <p:spPr>
          <a:xfrm>
            <a:off x="4356279" y="3262379"/>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CA" sz="1350" dirty="0"/>
              <a:t>R</a:t>
            </a:r>
            <a:r>
              <a:rPr lang="en-CA" sz="1350" baseline="-25000" dirty="0"/>
              <a:t>1</a:t>
            </a:r>
            <a:endParaRPr lang="en-CA" sz="1350" dirty="0"/>
          </a:p>
          <a:p>
            <a:pPr algn="ctr"/>
            <a:r>
              <a:rPr lang="en-CA" sz="1350" dirty="0"/>
              <a:t>S</a:t>
            </a:r>
            <a:r>
              <a:rPr lang="en-CA" sz="1350" baseline="-25000" dirty="0"/>
              <a:t>1</a:t>
            </a:r>
            <a:endParaRPr lang="en-CA" sz="1350" dirty="0"/>
          </a:p>
        </p:txBody>
      </p:sp>
      <p:sp>
        <p:nvSpPr>
          <p:cNvPr id="6" name="Rectangle 5"/>
          <p:cNvSpPr/>
          <p:nvPr/>
        </p:nvSpPr>
        <p:spPr>
          <a:xfrm>
            <a:off x="5901743" y="3428996"/>
            <a:ext cx="859664" cy="511936"/>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CA" sz="1350" dirty="0"/>
              <a:t>A</a:t>
            </a:r>
            <a:r>
              <a:rPr lang="en-CA" sz="1350" baseline="-25000" dirty="0"/>
              <a:t>1</a:t>
            </a:r>
            <a:endParaRPr lang="en-CA" sz="1350" dirty="0"/>
          </a:p>
        </p:txBody>
      </p:sp>
      <p:sp>
        <p:nvSpPr>
          <p:cNvPr id="7" name="Oval 6"/>
          <p:cNvSpPr/>
          <p:nvPr/>
        </p:nvSpPr>
        <p:spPr>
          <a:xfrm>
            <a:off x="7524480" y="4352253"/>
            <a:ext cx="685800" cy="6858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CA" sz="1350" dirty="0"/>
              <a:t>R</a:t>
            </a:r>
            <a:r>
              <a:rPr lang="en-CA" sz="1350" baseline="-25000" dirty="0"/>
              <a:t>2</a:t>
            </a:r>
            <a:endParaRPr lang="en-CA" sz="1350" dirty="0"/>
          </a:p>
          <a:p>
            <a:pPr algn="ctr"/>
            <a:r>
              <a:rPr lang="en-CA" sz="1350" dirty="0"/>
              <a:t>S</a:t>
            </a:r>
            <a:r>
              <a:rPr lang="en-CA" sz="1350" baseline="-25000" dirty="0"/>
              <a:t>2</a:t>
            </a:r>
            <a:endParaRPr lang="en-CA" sz="1350" dirty="0"/>
          </a:p>
        </p:txBody>
      </p:sp>
      <p:sp>
        <p:nvSpPr>
          <p:cNvPr id="8" name="Rectangle 7"/>
          <p:cNvSpPr/>
          <p:nvPr/>
        </p:nvSpPr>
        <p:spPr>
          <a:xfrm>
            <a:off x="5805153" y="4413426"/>
            <a:ext cx="859664" cy="511936"/>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CA" sz="1350" dirty="0"/>
              <a:t>A</a:t>
            </a:r>
            <a:r>
              <a:rPr lang="en-CA" sz="1350" baseline="-25000" dirty="0"/>
              <a:t>2</a:t>
            </a:r>
            <a:endParaRPr lang="en-CA" sz="1350" dirty="0"/>
          </a:p>
        </p:txBody>
      </p:sp>
      <p:sp>
        <p:nvSpPr>
          <p:cNvPr id="9" name="Oval 8"/>
          <p:cNvSpPr/>
          <p:nvPr/>
        </p:nvSpPr>
        <p:spPr>
          <a:xfrm>
            <a:off x="4221050" y="4361908"/>
            <a:ext cx="685800" cy="685800"/>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CA" sz="1350" dirty="0"/>
              <a:t>R</a:t>
            </a:r>
            <a:r>
              <a:rPr lang="en-CA" sz="1350" baseline="-25000" dirty="0"/>
              <a:t>3</a:t>
            </a:r>
            <a:endParaRPr lang="en-CA" sz="1350" dirty="0"/>
          </a:p>
          <a:p>
            <a:pPr algn="ctr"/>
            <a:r>
              <a:rPr lang="en-CA" sz="1350" dirty="0"/>
              <a:t>S</a:t>
            </a:r>
            <a:r>
              <a:rPr lang="en-CA" sz="1350" baseline="-25000" dirty="0"/>
              <a:t>3</a:t>
            </a:r>
            <a:endParaRPr lang="en-CA" sz="1350" dirty="0"/>
          </a:p>
        </p:txBody>
      </p:sp>
      <p:sp>
        <p:nvSpPr>
          <p:cNvPr id="10" name="Rectangle 9"/>
          <p:cNvSpPr/>
          <p:nvPr/>
        </p:nvSpPr>
        <p:spPr>
          <a:xfrm>
            <a:off x="2492062" y="4439185"/>
            <a:ext cx="859664" cy="511936"/>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CA" sz="1350" dirty="0"/>
              <a:t>A</a:t>
            </a:r>
            <a:r>
              <a:rPr lang="en-CA" sz="1350" baseline="-25000" dirty="0"/>
              <a:t>3</a:t>
            </a:r>
            <a:endParaRPr lang="en-CA" sz="1350" dirty="0"/>
          </a:p>
        </p:txBody>
      </p:sp>
      <p:sp>
        <p:nvSpPr>
          <p:cNvPr id="5" name="Right Arrow 4"/>
          <p:cNvSpPr/>
          <p:nvPr/>
        </p:nvSpPr>
        <p:spPr>
          <a:xfrm>
            <a:off x="1898023" y="3512310"/>
            <a:ext cx="811370" cy="142564"/>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A" sz="1350"/>
          </a:p>
        </p:txBody>
      </p:sp>
      <p:sp>
        <p:nvSpPr>
          <p:cNvPr id="12" name="Right Arrow 11"/>
          <p:cNvSpPr/>
          <p:nvPr/>
        </p:nvSpPr>
        <p:spPr>
          <a:xfrm>
            <a:off x="3496615" y="3535250"/>
            <a:ext cx="859664" cy="149715"/>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A" sz="1350"/>
          </a:p>
        </p:txBody>
      </p:sp>
      <p:sp>
        <p:nvSpPr>
          <p:cNvPr id="13" name="Right Arrow 12"/>
          <p:cNvSpPr/>
          <p:nvPr/>
        </p:nvSpPr>
        <p:spPr>
          <a:xfrm>
            <a:off x="5042079" y="3570260"/>
            <a:ext cx="859664" cy="149715"/>
          </a:xfrm>
          <a:prstGeom prst="rightArrow">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CA" sz="1350"/>
          </a:p>
        </p:txBody>
      </p:sp>
      <p:sp>
        <p:nvSpPr>
          <p:cNvPr id="14" name="Right Arrow 13"/>
          <p:cNvSpPr/>
          <p:nvPr/>
        </p:nvSpPr>
        <p:spPr>
          <a:xfrm rot="10800000">
            <a:off x="4926169" y="4620296"/>
            <a:ext cx="859664" cy="149715"/>
          </a:xfrm>
          <a:prstGeom prst="rightArrow">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CA" sz="1350"/>
          </a:p>
        </p:txBody>
      </p:sp>
      <p:sp>
        <p:nvSpPr>
          <p:cNvPr id="15" name="Right Arrow 14"/>
          <p:cNvSpPr/>
          <p:nvPr/>
        </p:nvSpPr>
        <p:spPr>
          <a:xfrm rot="10800000">
            <a:off x="6664816" y="4642435"/>
            <a:ext cx="859664" cy="149715"/>
          </a:xfrm>
          <a:prstGeom prst="rightArrow">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CA" sz="1350"/>
          </a:p>
        </p:txBody>
      </p:sp>
      <p:sp>
        <p:nvSpPr>
          <p:cNvPr id="16" name="Right Arrow 15"/>
          <p:cNvSpPr/>
          <p:nvPr/>
        </p:nvSpPr>
        <p:spPr>
          <a:xfrm rot="10800000">
            <a:off x="3361386" y="4669393"/>
            <a:ext cx="859664" cy="149715"/>
          </a:xfrm>
          <a:prstGeom prst="rightArrow">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CA" sz="1350"/>
          </a:p>
        </p:txBody>
      </p:sp>
      <p:sp>
        <p:nvSpPr>
          <p:cNvPr id="11" name="Bent Arrow 10"/>
          <p:cNvSpPr/>
          <p:nvPr/>
        </p:nvSpPr>
        <p:spPr>
          <a:xfrm rot="5400000">
            <a:off x="7018806" y="3385600"/>
            <a:ext cx="709255" cy="1224053"/>
          </a:xfrm>
          <a:prstGeom prst="bentArrow">
            <a:avLst>
              <a:gd name="adj1" fmla="val 11867"/>
              <a:gd name="adj2" fmla="val 25000"/>
              <a:gd name="adj3" fmla="val 25000"/>
              <a:gd name="adj4" fmla="val 43750"/>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CA" sz="1350">
              <a:solidFill>
                <a:schemeClr val="tx1"/>
              </a:solidFill>
            </a:endParaRPr>
          </a:p>
        </p:txBody>
      </p:sp>
      <p:sp>
        <p:nvSpPr>
          <p:cNvPr id="18" name="Right Arrow 17"/>
          <p:cNvSpPr/>
          <p:nvPr/>
        </p:nvSpPr>
        <p:spPr>
          <a:xfrm rot="10800000">
            <a:off x="1603419" y="4629950"/>
            <a:ext cx="859664" cy="149715"/>
          </a:xfrm>
          <a:prstGeom prst="rightArrow">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CA" sz="1350"/>
          </a:p>
        </p:txBody>
      </p:sp>
      <p:sp>
        <p:nvSpPr>
          <p:cNvPr id="17" name="TextBox 16"/>
          <p:cNvSpPr txBox="1"/>
          <p:nvPr/>
        </p:nvSpPr>
        <p:spPr>
          <a:xfrm>
            <a:off x="1303986" y="2592188"/>
            <a:ext cx="782391" cy="507831"/>
          </a:xfrm>
          <a:prstGeom prst="rect">
            <a:avLst/>
          </a:prstGeom>
          <a:noFill/>
        </p:spPr>
        <p:txBody>
          <a:bodyPr wrap="square" rtlCol="0">
            <a:spAutoFit/>
          </a:bodyPr>
          <a:lstStyle/>
          <a:p>
            <a:r>
              <a:rPr lang="en-CA" sz="1350" dirty="0"/>
              <a:t>Initial State</a:t>
            </a:r>
          </a:p>
        </p:txBody>
      </p:sp>
      <p:sp>
        <p:nvSpPr>
          <p:cNvPr id="19" name="TextBox 18"/>
          <p:cNvSpPr txBox="1"/>
          <p:nvPr/>
        </p:nvSpPr>
        <p:spPr>
          <a:xfrm>
            <a:off x="2504115" y="2613854"/>
            <a:ext cx="1173631" cy="507831"/>
          </a:xfrm>
          <a:prstGeom prst="rect">
            <a:avLst/>
          </a:prstGeom>
          <a:noFill/>
        </p:spPr>
        <p:txBody>
          <a:bodyPr wrap="square" rtlCol="0">
            <a:spAutoFit/>
          </a:bodyPr>
          <a:lstStyle/>
          <a:p>
            <a:pPr algn="ctr"/>
            <a:r>
              <a:rPr lang="en-CA" sz="1350" dirty="0"/>
              <a:t>Action Taken time 0</a:t>
            </a:r>
          </a:p>
        </p:txBody>
      </p:sp>
      <p:sp>
        <p:nvSpPr>
          <p:cNvPr id="20" name="TextBox 19"/>
          <p:cNvSpPr txBox="1"/>
          <p:nvPr/>
        </p:nvSpPr>
        <p:spPr>
          <a:xfrm>
            <a:off x="3926447" y="2606480"/>
            <a:ext cx="1293812" cy="507831"/>
          </a:xfrm>
          <a:prstGeom prst="rect">
            <a:avLst/>
          </a:prstGeom>
          <a:noFill/>
        </p:spPr>
        <p:txBody>
          <a:bodyPr wrap="square" rtlCol="0">
            <a:spAutoFit/>
          </a:bodyPr>
          <a:lstStyle/>
          <a:p>
            <a:pPr algn="ctr"/>
            <a:r>
              <a:rPr lang="en-CA" sz="1350" dirty="0"/>
              <a:t>Reward time 1 State time 1</a:t>
            </a:r>
          </a:p>
        </p:txBody>
      </p:sp>
      <p:sp>
        <p:nvSpPr>
          <p:cNvPr id="22" name="TextBox 21"/>
          <p:cNvSpPr txBox="1"/>
          <p:nvPr/>
        </p:nvSpPr>
        <p:spPr>
          <a:xfrm>
            <a:off x="5677757" y="2678227"/>
            <a:ext cx="1114454" cy="715581"/>
          </a:xfrm>
          <a:prstGeom prst="rect">
            <a:avLst/>
          </a:prstGeom>
          <a:noFill/>
        </p:spPr>
        <p:txBody>
          <a:bodyPr wrap="square" rtlCol="0">
            <a:spAutoFit/>
          </a:bodyPr>
          <a:lstStyle/>
          <a:p>
            <a:pPr algn="ctr"/>
            <a:r>
              <a:rPr lang="en-CA" sz="1350" dirty="0"/>
              <a:t>Action Taken time 1</a:t>
            </a:r>
          </a:p>
        </p:txBody>
      </p:sp>
      <p:sp>
        <p:nvSpPr>
          <p:cNvPr id="21" name="Title 20"/>
          <p:cNvSpPr>
            <a:spLocks noGrp="1"/>
          </p:cNvSpPr>
          <p:nvPr>
            <p:ph type="title"/>
          </p:nvPr>
        </p:nvSpPr>
        <p:spPr/>
        <p:txBody>
          <a:bodyPr/>
          <a:lstStyle/>
          <a:p>
            <a:r>
              <a:rPr lang="en-CA" dirty="0"/>
              <a:t>El </a:t>
            </a:r>
            <a:r>
              <a:rPr lang="en-CA" dirty="0" err="1"/>
              <a:t>modelo</a:t>
            </a:r>
            <a:r>
              <a:rPr lang="en-CA" dirty="0"/>
              <a:t> general</a:t>
            </a:r>
          </a:p>
        </p:txBody>
      </p:sp>
      <p:sp>
        <p:nvSpPr>
          <p:cNvPr id="23" name="TextBox 22"/>
          <p:cNvSpPr txBox="1"/>
          <p:nvPr/>
        </p:nvSpPr>
        <p:spPr>
          <a:xfrm>
            <a:off x="7411987" y="5145455"/>
            <a:ext cx="1297067" cy="507831"/>
          </a:xfrm>
          <a:prstGeom prst="rect">
            <a:avLst/>
          </a:prstGeom>
          <a:noFill/>
        </p:spPr>
        <p:txBody>
          <a:bodyPr wrap="square" rtlCol="0">
            <a:spAutoFit/>
          </a:bodyPr>
          <a:lstStyle/>
          <a:p>
            <a:pPr algn="ctr"/>
            <a:r>
              <a:rPr lang="en-CA" sz="1350" dirty="0"/>
              <a:t>Reward time 2</a:t>
            </a:r>
          </a:p>
          <a:p>
            <a:pPr algn="ctr"/>
            <a:r>
              <a:rPr lang="en-CA" sz="1350" dirty="0"/>
              <a:t>State time 2</a:t>
            </a:r>
          </a:p>
        </p:txBody>
      </p:sp>
      <p:sp>
        <p:nvSpPr>
          <p:cNvPr id="24" name="TextBox 23"/>
          <p:cNvSpPr txBox="1"/>
          <p:nvPr/>
        </p:nvSpPr>
        <p:spPr>
          <a:xfrm>
            <a:off x="4132263" y="5126594"/>
            <a:ext cx="1297067" cy="507831"/>
          </a:xfrm>
          <a:prstGeom prst="rect">
            <a:avLst/>
          </a:prstGeom>
          <a:noFill/>
        </p:spPr>
        <p:txBody>
          <a:bodyPr wrap="square" rtlCol="0">
            <a:spAutoFit/>
          </a:bodyPr>
          <a:lstStyle/>
          <a:p>
            <a:pPr algn="ctr"/>
            <a:r>
              <a:rPr lang="en-CA" sz="1350" dirty="0"/>
              <a:t>Reward time 3</a:t>
            </a:r>
          </a:p>
          <a:p>
            <a:pPr algn="ctr"/>
            <a:r>
              <a:rPr lang="en-CA" sz="1350" dirty="0"/>
              <a:t>State time 3</a:t>
            </a:r>
          </a:p>
        </p:txBody>
      </p:sp>
      <p:sp>
        <p:nvSpPr>
          <p:cNvPr id="25" name="TextBox 24"/>
          <p:cNvSpPr txBox="1"/>
          <p:nvPr/>
        </p:nvSpPr>
        <p:spPr>
          <a:xfrm>
            <a:off x="5805153" y="5146213"/>
            <a:ext cx="1114454" cy="715581"/>
          </a:xfrm>
          <a:prstGeom prst="rect">
            <a:avLst/>
          </a:prstGeom>
          <a:noFill/>
        </p:spPr>
        <p:txBody>
          <a:bodyPr wrap="square" rtlCol="0">
            <a:spAutoFit/>
          </a:bodyPr>
          <a:lstStyle/>
          <a:p>
            <a:pPr algn="ctr"/>
            <a:r>
              <a:rPr lang="en-CA" sz="1350" dirty="0"/>
              <a:t>Action Taken time 2</a:t>
            </a:r>
          </a:p>
        </p:txBody>
      </p:sp>
      <p:sp>
        <p:nvSpPr>
          <p:cNvPr id="27" name="TextBox 26"/>
          <p:cNvSpPr txBox="1"/>
          <p:nvPr/>
        </p:nvSpPr>
        <p:spPr>
          <a:xfrm>
            <a:off x="2504116" y="5161515"/>
            <a:ext cx="1114454" cy="715581"/>
          </a:xfrm>
          <a:prstGeom prst="rect">
            <a:avLst/>
          </a:prstGeom>
          <a:noFill/>
        </p:spPr>
        <p:txBody>
          <a:bodyPr wrap="square" rtlCol="0">
            <a:spAutoFit/>
          </a:bodyPr>
          <a:lstStyle/>
          <a:p>
            <a:pPr algn="ctr"/>
            <a:r>
              <a:rPr lang="en-CA" sz="1350" dirty="0"/>
              <a:t>Action Taken time 3</a:t>
            </a:r>
          </a:p>
        </p:txBody>
      </p:sp>
      <p:sp>
        <p:nvSpPr>
          <p:cNvPr id="28" name="Slide Number Placeholder 27"/>
          <p:cNvSpPr>
            <a:spLocks noGrp="1"/>
          </p:cNvSpPr>
          <p:nvPr>
            <p:ph type="sldNum" sz="quarter" idx="12"/>
          </p:nvPr>
        </p:nvSpPr>
        <p:spPr/>
        <p:txBody>
          <a:bodyPr/>
          <a:lstStyle/>
          <a:p>
            <a:fld id="{B095A5CE-67BC-412D-BFFD-14F19C21C82C}" type="slidenum">
              <a:rPr lang="en-CA" smtClean="0"/>
              <a:t>16</a:t>
            </a:fld>
            <a:endParaRPr lang="en-CA"/>
          </a:p>
        </p:txBody>
      </p:sp>
    </p:spTree>
    <p:extLst>
      <p:ext uri="{BB962C8B-B14F-4D97-AF65-F5344CB8AC3E}">
        <p14:creationId xmlns:p14="http://schemas.microsoft.com/office/powerpoint/2010/main" val="26068333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err="1"/>
              <a:t>Objetivo</a:t>
            </a:r>
            <a:endParaRPr lang="en-CA" dirty="0"/>
          </a:p>
        </p:txBody>
      </p:sp>
      <p:sp>
        <p:nvSpPr>
          <p:cNvPr id="3" name="Content Placeholder 2"/>
          <p:cNvSpPr>
            <a:spLocks noGrp="1"/>
          </p:cNvSpPr>
          <p:nvPr>
            <p:ph idx="1"/>
          </p:nvPr>
        </p:nvSpPr>
        <p:spPr/>
        <p:txBody>
          <a:bodyPr/>
          <a:lstStyle/>
          <a:p>
            <a:r>
              <a:rPr lang="en-CA" dirty="0"/>
              <a:t>Q (</a:t>
            </a:r>
            <a:r>
              <a:rPr lang="en-CA" dirty="0" err="1"/>
              <a:t>recompensa</a:t>
            </a:r>
            <a:r>
              <a:rPr lang="en-CA" dirty="0"/>
              <a:t>) </a:t>
            </a:r>
            <a:r>
              <a:rPr lang="en-CA" dirty="0" err="1"/>
              <a:t>debe</a:t>
            </a:r>
            <a:r>
              <a:rPr lang="en-CA" dirty="0"/>
              <a:t> </a:t>
            </a:r>
            <a:r>
              <a:rPr lang="en-CA" dirty="0" err="1"/>
              <a:t>depender</a:t>
            </a:r>
            <a:r>
              <a:rPr lang="en-CA" dirty="0"/>
              <a:t> tanto de decision </a:t>
            </a:r>
            <a:r>
              <a:rPr lang="en-CA" dirty="0" err="1"/>
              <a:t>como</a:t>
            </a:r>
            <a:r>
              <a:rPr lang="en-CA" dirty="0"/>
              <a:t> del </a:t>
            </a:r>
            <a:r>
              <a:rPr lang="en-CA" dirty="0" err="1"/>
              <a:t>estado</a:t>
            </a:r>
            <a:r>
              <a:rPr lang="en-CA" dirty="0"/>
              <a:t> S)</a:t>
            </a:r>
          </a:p>
          <a:p>
            <a:r>
              <a:rPr lang="es-MX" dirty="0"/>
              <a:t>El objetivo podría ser maximizar el valor esperado de las recompensas </a:t>
            </a:r>
            <a:r>
              <a:rPr lang="en-CA" i="1">
                <a:latin typeface="+mj-lt"/>
              </a:rPr>
              <a:t>G </a:t>
            </a:r>
            <a:r>
              <a:rPr lang="en-CA"/>
              <a:t>= </a:t>
            </a:r>
            <a:r>
              <a:rPr lang="en-CA" i="1">
                <a:latin typeface="+mj-lt"/>
              </a:rPr>
              <a:t>R</a:t>
            </a:r>
            <a:r>
              <a:rPr lang="en-CA" baseline="-25000"/>
              <a:t>1</a:t>
            </a:r>
            <a:r>
              <a:rPr lang="en-CA" dirty="0"/>
              <a:t>+</a:t>
            </a:r>
            <a:r>
              <a:rPr lang="en-CA" i="1" dirty="0">
                <a:latin typeface="+mj-lt"/>
              </a:rPr>
              <a:t>R</a:t>
            </a:r>
            <a:r>
              <a:rPr lang="en-CA" baseline="-25000" dirty="0"/>
              <a:t>2</a:t>
            </a:r>
            <a:r>
              <a:rPr lang="en-CA" dirty="0"/>
              <a:t>+</a:t>
            </a:r>
            <a:r>
              <a:rPr lang="en-CA" i="1" dirty="0">
                <a:latin typeface="+mj-lt"/>
              </a:rPr>
              <a:t>R</a:t>
            </a:r>
            <a:r>
              <a:rPr lang="en-CA" baseline="-25000" dirty="0"/>
              <a:t>3</a:t>
            </a:r>
            <a:r>
              <a:rPr lang="en-CA" dirty="0"/>
              <a:t>+……+</a:t>
            </a:r>
            <a:r>
              <a:rPr lang="en-CA" i="1" dirty="0">
                <a:latin typeface="+mj-lt"/>
              </a:rPr>
              <a:t>R</a:t>
            </a:r>
            <a:r>
              <a:rPr lang="en-CA" i="1" baseline="-25000" dirty="0">
                <a:latin typeface="+mj-lt"/>
              </a:rPr>
              <a:t>T</a:t>
            </a:r>
            <a:endParaRPr lang="en-CA" dirty="0"/>
          </a:p>
          <a:p>
            <a:r>
              <a:rPr lang="es-MX" dirty="0"/>
              <a:t>En algunos casos, particularmente cuando hay un horizonte largo o infinito, el objetivo es maximizar el valor esperado descontado de las recompensas :</a:t>
            </a:r>
            <a:r>
              <a:rPr lang="en-US" dirty="0"/>
              <a:t> </a:t>
            </a:r>
            <a:r>
              <a:rPr lang="en-CA" i="1" dirty="0">
                <a:latin typeface="+mj-lt"/>
              </a:rPr>
              <a:t>G</a:t>
            </a:r>
            <a:r>
              <a:rPr lang="en-CA" dirty="0">
                <a:latin typeface="+mj-lt"/>
              </a:rPr>
              <a:t>=</a:t>
            </a:r>
            <a:r>
              <a:rPr lang="en-CA" i="1" dirty="0">
                <a:latin typeface="+mj-lt"/>
              </a:rPr>
              <a:t>R</a:t>
            </a:r>
            <a:r>
              <a:rPr lang="en-CA" baseline="-25000" dirty="0">
                <a:latin typeface="+mj-lt"/>
              </a:rPr>
              <a:t>1</a:t>
            </a:r>
            <a:r>
              <a:rPr lang="en-CA" dirty="0">
                <a:latin typeface="+mj-lt"/>
              </a:rPr>
              <a:t>+</a:t>
            </a:r>
            <a:r>
              <a:rPr lang="en-CA" dirty="0">
                <a:latin typeface="Symbol" panose="05050102010706020507" pitchFamily="18" charset="2"/>
              </a:rPr>
              <a:t> g </a:t>
            </a:r>
            <a:r>
              <a:rPr lang="en-CA" i="1" dirty="0">
                <a:latin typeface="+mj-lt"/>
              </a:rPr>
              <a:t>R</a:t>
            </a:r>
            <a:r>
              <a:rPr lang="en-CA" baseline="-25000" dirty="0">
                <a:latin typeface="+mj-lt"/>
              </a:rPr>
              <a:t>2</a:t>
            </a:r>
            <a:r>
              <a:rPr lang="en-CA" dirty="0">
                <a:latin typeface="+mj-lt"/>
              </a:rPr>
              <a:t>+</a:t>
            </a:r>
            <a:r>
              <a:rPr lang="en-CA" dirty="0">
                <a:latin typeface="Symbol" panose="05050102010706020507" pitchFamily="18" charset="2"/>
              </a:rPr>
              <a:t> g</a:t>
            </a:r>
            <a:r>
              <a:rPr lang="en-CA" baseline="30000" dirty="0">
                <a:latin typeface="Symbol" panose="05050102010706020507" pitchFamily="18" charset="2"/>
              </a:rPr>
              <a:t>2</a:t>
            </a:r>
            <a:r>
              <a:rPr lang="en-CA" i="1" dirty="0">
                <a:latin typeface="+mj-lt"/>
              </a:rPr>
              <a:t>R</a:t>
            </a:r>
            <a:r>
              <a:rPr lang="en-CA" baseline="-25000" dirty="0">
                <a:latin typeface="+mj-lt"/>
              </a:rPr>
              <a:t>3</a:t>
            </a:r>
            <a:r>
              <a:rPr lang="en-CA" dirty="0">
                <a:latin typeface="+mj-lt"/>
              </a:rPr>
              <a:t>+……..</a:t>
            </a:r>
            <a:endParaRPr lang="en-CA" dirty="0"/>
          </a:p>
          <a:p>
            <a:pPr marL="0" indent="0">
              <a:buNone/>
            </a:pPr>
            <a:r>
              <a:rPr lang="en-CA" dirty="0"/>
              <a:t>   </a:t>
            </a:r>
            <a:r>
              <a:rPr lang="en-CA" dirty="0" err="1"/>
              <a:t>donde</a:t>
            </a:r>
            <a:r>
              <a:rPr lang="en-CA" dirty="0"/>
              <a:t> </a:t>
            </a:r>
            <a:r>
              <a:rPr lang="en-CA" dirty="0">
                <a:latin typeface="Symbol" panose="05050102010706020507" pitchFamily="18" charset="2"/>
              </a:rPr>
              <a:t>g</a:t>
            </a:r>
            <a:r>
              <a:rPr lang="en-CA" dirty="0"/>
              <a:t> </a:t>
            </a:r>
            <a:r>
              <a:rPr lang="es-MX" dirty="0"/>
              <a:t>es un factor de descuento.</a:t>
            </a:r>
            <a:endParaRPr lang="en-CA" dirty="0"/>
          </a:p>
          <a:p>
            <a:pPr marL="0" indent="0">
              <a:buNone/>
            </a:pPr>
            <a:endParaRPr lang="en-CA" dirty="0"/>
          </a:p>
        </p:txBody>
      </p:sp>
      <p:sp>
        <p:nvSpPr>
          <p:cNvPr id="4" name="Slide Number Placeholder 3"/>
          <p:cNvSpPr>
            <a:spLocks noGrp="1"/>
          </p:cNvSpPr>
          <p:nvPr>
            <p:ph type="sldNum" sz="quarter" idx="12"/>
          </p:nvPr>
        </p:nvSpPr>
        <p:spPr/>
        <p:txBody>
          <a:bodyPr/>
          <a:lstStyle/>
          <a:p>
            <a:fld id="{B095A5CE-67BC-412D-BFFD-14F19C21C82C}" type="slidenum">
              <a:rPr lang="en-CA" smtClean="0"/>
              <a:t>17</a:t>
            </a:fld>
            <a:endParaRPr lang="en-CA"/>
          </a:p>
        </p:txBody>
      </p:sp>
    </p:spTree>
    <p:extLst>
      <p:ext uri="{BB962C8B-B14F-4D97-AF65-F5344CB8AC3E}">
        <p14:creationId xmlns:p14="http://schemas.microsoft.com/office/powerpoint/2010/main" val="18647319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500" y="1039636"/>
            <a:ext cx="7886700" cy="994172"/>
          </a:xfrm>
        </p:spPr>
        <p:txBody>
          <a:bodyPr/>
          <a:lstStyle/>
          <a:p>
            <a:r>
              <a:rPr lang="en-US" dirty="0"/>
              <a:t>Una </a:t>
            </a:r>
            <a:r>
              <a:rPr lang="en-US" dirty="0" err="1"/>
              <a:t>actualización</a:t>
            </a:r>
            <a:endParaRPr lang="en-CA" dirty="0"/>
          </a:p>
        </p:txBody>
      </p:sp>
      <p:sp>
        <p:nvSpPr>
          <p:cNvPr id="3" name="Content Placeholder 2"/>
          <p:cNvSpPr>
            <a:spLocks noGrp="1"/>
          </p:cNvSpPr>
          <p:nvPr>
            <p:ph idx="1"/>
          </p:nvPr>
        </p:nvSpPr>
        <p:spPr>
          <a:xfrm>
            <a:off x="571500" y="2451540"/>
            <a:ext cx="7886700" cy="3263504"/>
          </a:xfrm>
        </p:spPr>
        <p:txBody>
          <a:bodyPr>
            <a:normAutofit/>
          </a:bodyPr>
          <a:lstStyle/>
          <a:p>
            <a:r>
              <a:rPr lang="en-CA" dirty="0" err="1"/>
              <a:t>Definamos</a:t>
            </a:r>
            <a:r>
              <a:rPr lang="en-CA" dirty="0"/>
              <a:t> </a:t>
            </a:r>
            <a:r>
              <a:rPr lang="en-CA" i="1" dirty="0">
                <a:latin typeface="+mj-lt"/>
              </a:rPr>
              <a:t>Q</a:t>
            </a:r>
            <a:r>
              <a:rPr lang="en-CA" dirty="0">
                <a:latin typeface="+mj-lt"/>
              </a:rPr>
              <a:t>(</a:t>
            </a:r>
            <a:r>
              <a:rPr lang="en-CA" i="1" dirty="0">
                <a:latin typeface="+mj-lt"/>
              </a:rPr>
              <a:t>S</a:t>
            </a:r>
            <a:r>
              <a:rPr lang="en-CA" dirty="0">
                <a:latin typeface="+mj-lt"/>
              </a:rPr>
              <a:t>,</a:t>
            </a:r>
            <a:r>
              <a:rPr lang="en-CA" i="1" dirty="0">
                <a:latin typeface="+mj-lt"/>
              </a:rPr>
              <a:t>A</a:t>
            </a:r>
            <a:r>
              <a:rPr lang="en-CA" dirty="0">
                <a:latin typeface="+mj-lt"/>
              </a:rPr>
              <a:t>) </a:t>
            </a:r>
            <a:r>
              <a:rPr lang="en-CA" dirty="0" err="1"/>
              <a:t>como</a:t>
            </a:r>
            <a:r>
              <a:rPr lang="en-CA" dirty="0"/>
              <a:t> </a:t>
            </a:r>
            <a:r>
              <a:rPr lang="en-CA" dirty="0" err="1"/>
              <a:t>el</a:t>
            </a:r>
            <a:r>
              <a:rPr lang="en-CA" dirty="0"/>
              <a:t> valor de </a:t>
            </a:r>
            <a:r>
              <a:rPr lang="en-CA" dirty="0" err="1"/>
              <a:t>estar</a:t>
            </a:r>
            <a:r>
              <a:rPr lang="en-CA" dirty="0"/>
              <a:t> en </a:t>
            </a:r>
            <a:r>
              <a:rPr lang="en-CA" dirty="0" err="1"/>
              <a:t>el</a:t>
            </a:r>
            <a:r>
              <a:rPr lang="en-CA" dirty="0"/>
              <a:t> </a:t>
            </a:r>
            <a:r>
              <a:rPr lang="en-CA" dirty="0" err="1"/>
              <a:t>estado</a:t>
            </a:r>
            <a:r>
              <a:rPr lang="en-CA" dirty="0"/>
              <a:t>  </a:t>
            </a:r>
            <a:r>
              <a:rPr lang="en-CA" i="1" dirty="0">
                <a:latin typeface="+mj-lt"/>
              </a:rPr>
              <a:t>S</a:t>
            </a:r>
            <a:r>
              <a:rPr lang="en-CA" dirty="0"/>
              <a:t> </a:t>
            </a:r>
            <a:r>
              <a:rPr lang="en-CA" dirty="0" err="1"/>
              <a:t>tomando</a:t>
            </a:r>
            <a:r>
              <a:rPr lang="en-CA" dirty="0"/>
              <a:t> la </a:t>
            </a:r>
            <a:r>
              <a:rPr lang="en-CA" dirty="0" err="1"/>
              <a:t>acción</a:t>
            </a:r>
            <a:r>
              <a:rPr lang="en-CA" dirty="0"/>
              <a:t> </a:t>
            </a:r>
            <a:r>
              <a:rPr lang="en-CA" i="1" dirty="0">
                <a:latin typeface="+mj-lt"/>
              </a:rPr>
              <a:t>A</a:t>
            </a:r>
          </a:p>
          <a:p>
            <a:r>
              <a:rPr lang="es-MX" dirty="0"/>
              <a:t>Supongamos que acabamos de completar la </a:t>
            </a:r>
            <a:r>
              <a:rPr lang="en-CA" i="1" dirty="0">
                <a:latin typeface="+mj-lt"/>
              </a:rPr>
              <a:t>n </a:t>
            </a:r>
            <a:r>
              <a:rPr lang="en-CA" i="1" dirty="0" err="1">
                <a:latin typeface="+mj-lt"/>
              </a:rPr>
              <a:t>esima</a:t>
            </a:r>
            <a:r>
              <a:rPr lang="en-CA" dirty="0"/>
              <a:t> </a:t>
            </a:r>
            <a:r>
              <a:rPr lang="en-CA" dirty="0" err="1"/>
              <a:t>ronda</a:t>
            </a:r>
            <a:r>
              <a:rPr lang="en-CA" dirty="0"/>
              <a:t> para </a:t>
            </a:r>
            <a:r>
              <a:rPr lang="en-CA" dirty="0" err="1"/>
              <a:t>el</a:t>
            </a:r>
            <a:r>
              <a:rPr lang="en-CA" dirty="0"/>
              <a:t> </a:t>
            </a:r>
            <a:r>
              <a:rPr lang="en-CA" dirty="0" err="1"/>
              <a:t>estado</a:t>
            </a:r>
            <a:r>
              <a:rPr lang="en-CA" dirty="0">
                <a:latin typeface="+mj-lt"/>
              </a:rPr>
              <a:t> S </a:t>
            </a:r>
            <a:r>
              <a:rPr lang="en-CA" dirty="0"/>
              <a:t>y </a:t>
            </a:r>
            <a:r>
              <a:rPr lang="en-CA" dirty="0" err="1"/>
              <a:t>acción</a:t>
            </a:r>
            <a:r>
              <a:rPr lang="en-CA" dirty="0"/>
              <a:t> </a:t>
            </a:r>
            <a:r>
              <a:rPr lang="en-CA" i="1" dirty="0">
                <a:latin typeface="+mj-lt"/>
              </a:rPr>
              <a:t>A</a:t>
            </a:r>
            <a:r>
              <a:rPr lang="en-CA" dirty="0"/>
              <a:t>. En </a:t>
            </a:r>
            <a:r>
              <a:rPr lang="en-CA" dirty="0" err="1"/>
              <a:t>lugar</a:t>
            </a:r>
            <a:r>
              <a:rPr lang="en-CA" dirty="0"/>
              <a:t> de:</a:t>
            </a:r>
          </a:p>
          <a:p>
            <a:endParaRPr lang="en-CA" dirty="0"/>
          </a:p>
          <a:p>
            <a:pPr marL="0" indent="0">
              <a:buNone/>
            </a:pPr>
            <a:r>
              <a:rPr lang="en-CA" dirty="0"/>
              <a:t>     </a:t>
            </a:r>
            <a:r>
              <a:rPr lang="en-CA" dirty="0" err="1"/>
              <a:t>definimos</a:t>
            </a:r>
            <a:endParaRPr lang="en-CA" dirty="0"/>
          </a:p>
          <a:p>
            <a:endParaRPr lang="en-CA" dirty="0"/>
          </a:p>
          <a:p>
            <a:pPr marL="0" indent="0">
              <a:buNone/>
            </a:pPr>
            <a:endParaRPr lang="en-CA" dirty="0"/>
          </a:p>
        </p:txBody>
      </p:sp>
      <p:sp>
        <p:nvSpPr>
          <p:cNvPr id="6" name="Slide Number Placeholder 5"/>
          <p:cNvSpPr>
            <a:spLocks noGrp="1"/>
          </p:cNvSpPr>
          <p:nvPr>
            <p:ph type="sldNum" sz="quarter" idx="12"/>
          </p:nvPr>
        </p:nvSpPr>
        <p:spPr/>
        <p:txBody>
          <a:bodyPr/>
          <a:lstStyle/>
          <a:p>
            <a:fld id="{B095A5CE-67BC-412D-BFFD-14F19C21C82C}" type="slidenum">
              <a:rPr lang="en-CA" smtClean="0"/>
              <a:t>18</a:t>
            </a:fld>
            <a:endParaRPr lang="en-CA"/>
          </a:p>
        </p:txBody>
      </p:sp>
      <p:graphicFrame>
        <p:nvGraphicFramePr>
          <p:cNvPr id="8" name="Object 7"/>
          <p:cNvGraphicFramePr>
            <a:graphicFrameLocks noChangeAspect="1"/>
          </p:cNvGraphicFramePr>
          <p:nvPr>
            <p:extLst>
              <p:ext uri="{D42A27DB-BD31-4B8C-83A1-F6EECF244321}">
                <p14:modId xmlns:p14="http://schemas.microsoft.com/office/powerpoint/2010/main" val="2759701223"/>
              </p:ext>
            </p:extLst>
          </p:nvPr>
        </p:nvGraphicFramePr>
        <p:xfrm>
          <a:off x="2212565" y="4791856"/>
          <a:ext cx="3943350" cy="411162"/>
        </p:xfrm>
        <a:graphic>
          <a:graphicData uri="http://schemas.openxmlformats.org/presentationml/2006/ole">
            <mc:AlternateContent xmlns:mc="http://schemas.openxmlformats.org/markup-compatibility/2006">
              <mc:Choice xmlns:v="urn:schemas-microsoft-com:vml" Requires="v">
                <p:oleObj name="Equation" r:id="rId2" imgW="2679480" imgH="279360" progId="Equation.DSMT4">
                  <p:embed/>
                </p:oleObj>
              </mc:Choice>
              <mc:Fallback>
                <p:oleObj name="Equation" r:id="rId2" imgW="2679480" imgH="279360" progId="Equation.DSMT4">
                  <p:embed/>
                  <p:pic>
                    <p:nvPicPr>
                      <p:cNvPr id="8"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2565" y="4791856"/>
                        <a:ext cx="3943350"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TextBox 3"/>
          <p:cNvSpPr txBox="1"/>
          <p:nvPr/>
        </p:nvSpPr>
        <p:spPr>
          <a:xfrm>
            <a:off x="755576" y="5371420"/>
            <a:ext cx="7416824" cy="738664"/>
          </a:xfrm>
          <a:prstGeom prst="rect">
            <a:avLst/>
          </a:prstGeom>
          <a:noFill/>
        </p:spPr>
        <p:txBody>
          <a:bodyPr wrap="square" rtlCol="0">
            <a:spAutoFit/>
          </a:bodyPr>
          <a:lstStyle/>
          <a:p>
            <a:r>
              <a:rPr lang="en-US" sz="2100" dirty="0">
                <a:latin typeface="Arial" panose="020B0604020202020204" pitchFamily="34" charset="0"/>
                <a:cs typeface="Arial" panose="020B0604020202020204" pitchFamily="34" charset="0"/>
              </a:rPr>
              <a:t>para </a:t>
            </a:r>
            <a:r>
              <a:rPr lang="en-US" sz="2100" dirty="0" err="1">
                <a:latin typeface="Arial" panose="020B0604020202020204" pitchFamily="34" charset="0"/>
                <a:cs typeface="Arial" panose="020B0604020202020204" pitchFamily="34" charset="0"/>
              </a:rPr>
              <a:t>algún</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parámetro</a:t>
            </a:r>
            <a:r>
              <a:rPr lang="en-US" sz="2100" dirty="0">
                <a:latin typeface="Arial" panose="020B0604020202020204" pitchFamily="34" charset="0"/>
                <a:cs typeface="Arial" panose="020B0604020202020204" pitchFamily="34" charset="0"/>
              </a:rPr>
              <a:t> </a:t>
            </a:r>
            <a:r>
              <a:rPr lang="en-US" sz="2100" dirty="0">
                <a:latin typeface="Symbol" panose="05050102010706020507" pitchFamily="18" charset="2"/>
              </a:rPr>
              <a:t>a</a:t>
            </a:r>
            <a:r>
              <a:rPr lang="en-US" sz="2100" dirty="0"/>
              <a:t> </a:t>
            </a:r>
            <a:r>
              <a:rPr lang="en-US" sz="2100" dirty="0">
                <a:latin typeface="Arial" panose="020B0604020202020204" pitchFamily="34" charset="0"/>
                <a:cs typeface="Arial" panose="020B0604020202020204" pitchFamily="34" charset="0"/>
              </a:rPr>
              <a:t>(e.g. 0.1), con </a:t>
            </a:r>
            <a:r>
              <a:rPr lang="en-US" sz="2100" dirty="0" err="1">
                <a:latin typeface="Arial" panose="020B0604020202020204" pitchFamily="34" charset="0"/>
                <a:cs typeface="Arial" panose="020B0604020202020204" pitchFamily="34" charset="0"/>
              </a:rPr>
              <a:t>esto</a:t>
            </a:r>
            <a:r>
              <a:rPr lang="en-US" sz="2100" dirty="0">
                <a:latin typeface="Arial" panose="020B0604020202020204" pitchFamily="34" charset="0"/>
                <a:cs typeface="Arial" panose="020B0604020202020204" pitchFamily="34" charset="0"/>
              </a:rPr>
              <a:t> le </a:t>
            </a:r>
            <a:r>
              <a:rPr lang="en-US" sz="2100" dirty="0" err="1">
                <a:latin typeface="Arial" panose="020B0604020202020204" pitchFamily="34" charset="0"/>
                <a:cs typeface="Arial" panose="020B0604020202020204" pitchFamily="34" charset="0"/>
              </a:rPr>
              <a:t>damos</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más</a:t>
            </a:r>
            <a:r>
              <a:rPr lang="en-US" sz="2100" dirty="0">
                <a:latin typeface="Arial" panose="020B0604020202020204" pitchFamily="34" charset="0"/>
                <a:cs typeface="Arial" panose="020B0604020202020204" pitchFamily="34" charset="0"/>
              </a:rPr>
              <a:t> peso a las </a:t>
            </a:r>
            <a:r>
              <a:rPr lang="en-US" sz="2100" dirty="0" err="1">
                <a:latin typeface="Arial" panose="020B0604020202020204" pitchFamily="34" charset="0"/>
                <a:cs typeface="Arial" panose="020B0604020202020204" pitchFamily="34" charset="0"/>
              </a:rPr>
              <a:t>observaciones</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recientes</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si</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quisiéramos</a:t>
            </a:r>
            <a:endParaRPr lang="en-CA" sz="2100" dirty="0">
              <a:latin typeface="Arial" panose="020B0604020202020204" pitchFamily="34" charset="0"/>
              <a:cs typeface="Arial" panose="020B0604020202020204" pitchFamily="34" charset="0"/>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1494537776"/>
              </p:ext>
            </p:extLst>
          </p:nvPr>
        </p:nvGraphicFramePr>
        <p:xfrm>
          <a:off x="1835696" y="3756548"/>
          <a:ext cx="3960813" cy="579438"/>
        </p:xfrm>
        <a:graphic>
          <a:graphicData uri="http://schemas.openxmlformats.org/presentationml/2006/ole">
            <mc:AlternateContent xmlns:mc="http://schemas.openxmlformats.org/markup-compatibility/2006">
              <mc:Choice xmlns:v="urn:schemas-microsoft-com:vml" Requires="v">
                <p:oleObj name="Equation" r:id="rId4" imgW="2692080" imgH="393480" progId="Equation.DSMT4">
                  <p:embed/>
                </p:oleObj>
              </mc:Choice>
              <mc:Fallback>
                <p:oleObj name="Equation" r:id="rId4" imgW="2692080" imgH="393480" progId="Equation.DSMT4">
                  <p:embed/>
                  <p:pic>
                    <p:nvPicPr>
                      <p:cNvPr id="5" name="Object 4"/>
                      <p:cNvPicPr>
                        <a:picLocks noChangeAspect="1" noChangeArrowheads="1"/>
                      </p:cNvPicPr>
                      <p:nvPr/>
                    </p:nvPicPr>
                    <p:blipFill>
                      <a:blip r:embed="rId5"/>
                      <a:srcRect/>
                      <a:stretch>
                        <a:fillRect/>
                      </a:stretch>
                    </p:blipFill>
                    <p:spPr bwMode="auto">
                      <a:xfrm>
                        <a:off x="1835696" y="3756548"/>
                        <a:ext cx="39608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8130550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099267-34CA-EA61-4B9F-6AD2DFAB168D}"/>
              </a:ext>
            </a:extLst>
          </p:cNvPr>
          <p:cNvSpPr>
            <a:spLocks noGrp="1"/>
          </p:cNvSpPr>
          <p:nvPr>
            <p:ph type="title"/>
          </p:nvPr>
        </p:nvSpPr>
        <p:spPr>
          <a:xfrm>
            <a:off x="395536" y="917631"/>
            <a:ext cx="7772400" cy="1143000"/>
          </a:xfrm>
        </p:spPr>
        <p:txBody>
          <a:bodyPr/>
          <a:lstStyle/>
          <a:p>
            <a:r>
              <a:rPr lang="fr-CA" dirty="0"/>
              <a:t>Una </a:t>
            </a:r>
            <a:r>
              <a:rPr lang="fr-CA" dirty="0" err="1"/>
              <a:t>aplicación</a:t>
            </a:r>
            <a:r>
              <a:rPr lang="fr-CA" dirty="0"/>
              <a:t> de clase (S4 </a:t>
            </a:r>
            <a:r>
              <a:rPr lang="fr-CA" dirty="0" err="1"/>
              <a:t>reinforcement</a:t>
            </a:r>
            <a:r>
              <a:rPr lang="fr-CA" dirty="0"/>
              <a:t> </a:t>
            </a:r>
            <a:r>
              <a:rPr lang="fr-CA" dirty="0" err="1"/>
              <a:t>learning</a:t>
            </a:r>
            <a:r>
              <a:rPr lang="fr-CA" dirty="0"/>
              <a:t> 1 </a:t>
            </a:r>
            <a:r>
              <a:rPr lang="fr-CA" dirty="0" err="1"/>
              <a:t>línea</a:t>
            </a:r>
            <a:r>
              <a:rPr lang="fr-CA" dirty="0"/>
              <a:t> 34 en </a:t>
            </a:r>
            <a:r>
              <a:rPr lang="fr-CA" dirty="0" err="1"/>
              <a:t>adelante</a:t>
            </a:r>
            <a:r>
              <a:rPr lang="fr-CA" dirty="0"/>
              <a:t>)</a:t>
            </a:r>
          </a:p>
        </p:txBody>
      </p:sp>
      <p:sp>
        <p:nvSpPr>
          <p:cNvPr id="3" name="Marcador de contenido 2">
            <a:extLst>
              <a:ext uri="{FF2B5EF4-FFF2-40B4-BE49-F238E27FC236}">
                <a16:creationId xmlns:a16="http://schemas.microsoft.com/office/drawing/2014/main" id="{85BA1F53-5E86-112C-0D23-E689F97949DB}"/>
              </a:ext>
            </a:extLst>
          </p:cNvPr>
          <p:cNvSpPr>
            <a:spLocks noGrp="1"/>
          </p:cNvSpPr>
          <p:nvPr>
            <p:ph idx="1"/>
          </p:nvPr>
        </p:nvSpPr>
        <p:spPr/>
        <p:txBody>
          <a:bodyPr/>
          <a:lstStyle/>
          <a:p>
            <a:r>
              <a:rPr lang="es-MX" dirty="0"/>
              <a:t>El siguiente ejemplo se basa en un juego de lanzamiento de moneda que se juega  con una moneda que cae el 80% de las veces en cara y el 20% de las veces en sello. </a:t>
            </a:r>
          </a:p>
          <a:p>
            <a:r>
              <a:rPr lang="es-MX" dirty="0"/>
              <a:t>El juego de lanzamiento de moneda está fuertemente sesgado para enfatizar los  beneficios del aprendizaje en comparación con un algoritmo de referencia sin información. </a:t>
            </a:r>
          </a:p>
          <a:p>
            <a:r>
              <a:rPr lang="es-MX" dirty="0"/>
              <a:t>El algoritmo de referencia sin información, apuesta al azar y distribuye equitativamente  entre cara y sello, logra una recompensa total de alrededor de 50, en promedio, por cada ronda o iteración (</a:t>
            </a:r>
            <a:r>
              <a:rPr lang="es-MX" dirty="0" err="1"/>
              <a:t>epoch</a:t>
            </a:r>
            <a:r>
              <a:rPr lang="es-MX" dirty="0"/>
              <a:t>) de 100 apuestas realizadas.</a:t>
            </a:r>
          </a:p>
          <a:p>
            <a:r>
              <a:rPr lang="es-MX" dirty="0"/>
              <a:t>La idea es que al ir considerando la información, el modelo va mejorando su apuesta</a:t>
            </a:r>
            <a:endParaRPr lang="fr-CA" dirty="0"/>
          </a:p>
        </p:txBody>
      </p:sp>
      <p:sp>
        <p:nvSpPr>
          <p:cNvPr id="4" name="Marcador de número de diapositiva 3">
            <a:extLst>
              <a:ext uri="{FF2B5EF4-FFF2-40B4-BE49-F238E27FC236}">
                <a16:creationId xmlns:a16="http://schemas.microsoft.com/office/drawing/2014/main" id="{DA74DB60-516C-78C3-1247-214BAF305323}"/>
              </a:ext>
            </a:extLst>
          </p:cNvPr>
          <p:cNvSpPr>
            <a:spLocks noGrp="1"/>
          </p:cNvSpPr>
          <p:nvPr>
            <p:ph type="sldNum" sz="quarter" idx="12"/>
          </p:nvPr>
        </p:nvSpPr>
        <p:spPr/>
        <p:txBody>
          <a:bodyPr/>
          <a:lstStyle/>
          <a:p>
            <a:fld id="{F979D778-5668-409F-BE61-8F31D5437AFC}" type="slidenum">
              <a:rPr lang="en-CA" smtClean="0"/>
              <a:t>19</a:t>
            </a:fld>
            <a:endParaRPr lang="en-CA"/>
          </a:p>
        </p:txBody>
      </p:sp>
    </p:spTree>
    <p:extLst>
      <p:ext uri="{BB962C8B-B14F-4D97-AF65-F5344CB8AC3E}">
        <p14:creationId xmlns:p14="http://schemas.microsoft.com/office/powerpoint/2010/main" val="32699667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B104BD-5F4E-2964-397C-51ACB41ED059}"/>
              </a:ext>
            </a:extLst>
          </p:cNvPr>
          <p:cNvSpPr>
            <a:spLocks noGrp="1"/>
          </p:cNvSpPr>
          <p:nvPr>
            <p:ph type="title"/>
          </p:nvPr>
        </p:nvSpPr>
        <p:spPr/>
        <p:txBody>
          <a:bodyPr/>
          <a:lstStyle/>
          <a:p>
            <a:r>
              <a:rPr lang="fr-CA" dirty="0" err="1"/>
              <a:t>Estructura</a:t>
            </a:r>
            <a:endParaRPr lang="fr-CA" dirty="0"/>
          </a:p>
        </p:txBody>
      </p:sp>
      <p:sp>
        <p:nvSpPr>
          <p:cNvPr id="4" name="Marcador de número de diapositiva 3">
            <a:extLst>
              <a:ext uri="{FF2B5EF4-FFF2-40B4-BE49-F238E27FC236}">
                <a16:creationId xmlns:a16="http://schemas.microsoft.com/office/drawing/2014/main" id="{84435F68-7462-F17C-4B67-B3BB01E829FA}"/>
              </a:ext>
            </a:extLst>
          </p:cNvPr>
          <p:cNvSpPr>
            <a:spLocks noGrp="1"/>
          </p:cNvSpPr>
          <p:nvPr>
            <p:ph type="sldNum" sz="quarter" idx="12"/>
          </p:nvPr>
        </p:nvSpPr>
        <p:spPr/>
        <p:txBody>
          <a:bodyPr/>
          <a:lstStyle/>
          <a:p>
            <a:fld id="{F979D778-5668-409F-BE61-8F31D5437AFC}" type="slidenum">
              <a:rPr lang="en-CA" smtClean="0"/>
              <a:t>20</a:t>
            </a:fld>
            <a:endParaRPr lang="en-CA"/>
          </a:p>
        </p:txBody>
      </p:sp>
      <p:pic>
        <p:nvPicPr>
          <p:cNvPr id="6" name="Imagen 5">
            <a:extLst>
              <a:ext uri="{FF2B5EF4-FFF2-40B4-BE49-F238E27FC236}">
                <a16:creationId xmlns:a16="http://schemas.microsoft.com/office/drawing/2014/main" id="{91F52787-8C95-4876-69B7-5CAB85A252FA}"/>
              </a:ext>
            </a:extLst>
          </p:cNvPr>
          <p:cNvPicPr>
            <a:picLocks noChangeAspect="1"/>
          </p:cNvPicPr>
          <p:nvPr/>
        </p:nvPicPr>
        <p:blipFill>
          <a:blip r:embed="rId2"/>
          <a:stretch>
            <a:fillRect/>
          </a:stretch>
        </p:blipFill>
        <p:spPr>
          <a:xfrm>
            <a:off x="2843086" y="396875"/>
            <a:ext cx="4969274" cy="6317591"/>
          </a:xfrm>
          <a:prstGeom prst="rect">
            <a:avLst/>
          </a:prstGeom>
        </p:spPr>
      </p:pic>
    </p:spTree>
    <p:extLst>
      <p:ext uri="{BB962C8B-B14F-4D97-AF65-F5344CB8AC3E}">
        <p14:creationId xmlns:p14="http://schemas.microsoft.com/office/powerpoint/2010/main" val="39377994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3B90EE-84D9-C21A-37EF-4DC615F96C76}"/>
              </a:ext>
            </a:extLst>
          </p:cNvPr>
          <p:cNvSpPr>
            <a:spLocks noGrp="1"/>
          </p:cNvSpPr>
          <p:nvPr>
            <p:ph type="title"/>
          </p:nvPr>
        </p:nvSpPr>
        <p:spPr/>
        <p:txBody>
          <a:bodyPr/>
          <a:lstStyle/>
          <a:p>
            <a:r>
              <a:rPr lang="fr-CA" dirty="0"/>
              <a:t>El </a:t>
            </a:r>
            <a:r>
              <a:rPr lang="fr-CA" dirty="0" err="1"/>
              <a:t>código</a:t>
            </a:r>
            <a:endParaRPr lang="fr-CA" dirty="0"/>
          </a:p>
        </p:txBody>
      </p:sp>
      <p:sp>
        <p:nvSpPr>
          <p:cNvPr id="4" name="Marcador de número de diapositiva 3">
            <a:extLst>
              <a:ext uri="{FF2B5EF4-FFF2-40B4-BE49-F238E27FC236}">
                <a16:creationId xmlns:a16="http://schemas.microsoft.com/office/drawing/2014/main" id="{DDE79FBE-63DE-9E36-96B1-A373F3078BC9}"/>
              </a:ext>
            </a:extLst>
          </p:cNvPr>
          <p:cNvSpPr>
            <a:spLocks noGrp="1"/>
          </p:cNvSpPr>
          <p:nvPr>
            <p:ph type="sldNum" sz="quarter" idx="12"/>
          </p:nvPr>
        </p:nvSpPr>
        <p:spPr/>
        <p:txBody>
          <a:bodyPr/>
          <a:lstStyle/>
          <a:p>
            <a:fld id="{F979D778-5668-409F-BE61-8F31D5437AFC}" type="slidenum">
              <a:rPr lang="en-CA" smtClean="0"/>
              <a:t>21</a:t>
            </a:fld>
            <a:endParaRPr lang="en-CA"/>
          </a:p>
        </p:txBody>
      </p:sp>
      <p:pic>
        <p:nvPicPr>
          <p:cNvPr id="6" name="Imagen 5">
            <a:extLst>
              <a:ext uri="{FF2B5EF4-FFF2-40B4-BE49-F238E27FC236}">
                <a16:creationId xmlns:a16="http://schemas.microsoft.com/office/drawing/2014/main" id="{9FB767E2-C3D0-69BD-354D-B0D48D5EA7C5}"/>
              </a:ext>
            </a:extLst>
          </p:cNvPr>
          <p:cNvPicPr>
            <a:picLocks noChangeAspect="1"/>
          </p:cNvPicPr>
          <p:nvPr/>
        </p:nvPicPr>
        <p:blipFill>
          <a:blip r:embed="rId2"/>
          <a:stretch>
            <a:fillRect/>
          </a:stretch>
        </p:blipFill>
        <p:spPr>
          <a:xfrm>
            <a:off x="2411760" y="854075"/>
            <a:ext cx="5551621" cy="5927725"/>
          </a:xfrm>
          <a:prstGeom prst="rect">
            <a:avLst/>
          </a:prstGeom>
        </p:spPr>
      </p:pic>
    </p:spTree>
    <p:extLst>
      <p:ext uri="{BB962C8B-B14F-4D97-AF65-F5344CB8AC3E}">
        <p14:creationId xmlns:p14="http://schemas.microsoft.com/office/powerpoint/2010/main" val="10381964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7A71B3-FA1D-E7AD-3872-012BF63E30CE}"/>
              </a:ext>
            </a:extLst>
          </p:cNvPr>
          <p:cNvSpPr>
            <a:spLocks noGrp="1"/>
          </p:cNvSpPr>
          <p:nvPr>
            <p:ph type="title"/>
          </p:nvPr>
        </p:nvSpPr>
        <p:spPr>
          <a:xfrm>
            <a:off x="246063" y="930275"/>
            <a:ext cx="7772400" cy="1143000"/>
          </a:xfrm>
        </p:spPr>
        <p:txBody>
          <a:bodyPr wrap="square" anchor="ctr">
            <a:normAutofit/>
          </a:bodyPr>
          <a:lstStyle/>
          <a:p>
            <a:r>
              <a:rPr lang="fr-CA" dirty="0"/>
              <a:t>La </a:t>
            </a:r>
            <a:r>
              <a:rPr lang="fr-CA" dirty="0" err="1"/>
              <a:t>función</a:t>
            </a:r>
            <a:r>
              <a:rPr lang="fr-CA" dirty="0"/>
              <a:t> Q </a:t>
            </a:r>
            <a:r>
              <a:rPr lang="fr-CA" dirty="0" err="1"/>
              <a:t>estandar</a:t>
            </a:r>
            <a:endParaRPr lang="fr-CA" dirty="0"/>
          </a:p>
        </p:txBody>
      </p:sp>
      <p:pic>
        <p:nvPicPr>
          <p:cNvPr id="6" name="Imagen 5">
            <a:extLst>
              <a:ext uri="{FF2B5EF4-FFF2-40B4-BE49-F238E27FC236}">
                <a16:creationId xmlns:a16="http://schemas.microsoft.com/office/drawing/2014/main" id="{95CBF032-7500-AA2D-39DD-D36B19D732EE}"/>
              </a:ext>
            </a:extLst>
          </p:cNvPr>
          <p:cNvPicPr>
            <a:picLocks noChangeAspect="1"/>
          </p:cNvPicPr>
          <p:nvPr/>
        </p:nvPicPr>
        <p:blipFill>
          <a:blip r:embed="rId2"/>
          <a:stretch>
            <a:fillRect/>
          </a:stretch>
        </p:blipFill>
        <p:spPr>
          <a:xfrm>
            <a:off x="685800" y="3457195"/>
            <a:ext cx="7772400" cy="1496186"/>
          </a:xfrm>
          <a:prstGeom prst="rect">
            <a:avLst/>
          </a:prstGeom>
          <a:noFill/>
        </p:spPr>
      </p:pic>
      <p:sp>
        <p:nvSpPr>
          <p:cNvPr id="4" name="Marcador de número de diapositiva 3">
            <a:extLst>
              <a:ext uri="{FF2B5EF4-FFF2-40B4-BE49-F238E27FC236}">
                <a16:creationId xmlns:a16="http://schemas.microsoft.com/office/drawing/2014/main" id="{8142E28A-C73B-6657-45BD-7FD44A8FE6BE}"/>
              </a:ext>
            </a:extLst>
          </p:cNvPr>
          <p:cNvSpPr>
            <a:spLocks noGrp="1"/>
          </p:cNvSpPr>
          <p:nvPr>
            <p:ph type="sldNum" sz="quarter" idx="12"/>
          </p:nvPr>
        </p:nvSpPr>
        <p:spPr>
          <a:xfrm>
            <a:off x="6553200" y="6324600"/>
            <a:ext cx="1905000" cy="457200"/>
          </a:xfrm>
        </p:spPr>
        <p:txBody>
          <a:bodyPr wrap="square" anchor="b">
            <a:normAutofit/>
          </a:bodyPr>
          <a:lstStyle/>
          <a:p>
            <a:pPr>
              <a:spcAft>
                <a:spcPts val="600"/>
              </a:spcAft>
            </a:pPr>
            <a:fld id="{F979D778-5668-409F-BE61-8F31D5437AFC}" type="slidenum">
              <a:rPr lang="en-CA" smtClean="0"/>
              <a:pPr>
                <a:spcAft>
                  <a:spcPts val="600"/>
                </a:spcAft>
              </a:pPr>
              <a:t>22</a:t>
            </a:fld>
            <a:endParaRPr lang="en-CA"/>
          </a:p>
        </p:txBody>
      </p:sp>
    </p:spTree>
    <p:extLst>
      <p:ext uri="{BB962C8B-B14F-4D97-AF65-F5344CB8AC3E}">
        <p14:creationId xmlns:p14="http://schemas.microsoft.com/office/powerpoint/2010/main" val="28447924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D108D3-4170-C638-BE6F-7CD6B4C87A06}"/>
              </a:ext>
            </a:extLst>
          </p:cNvPr>
          <p:cNvSpPr>
            <a:spLocks noGrp="1"/>
          </p:cNvSpPr>
          <p:nvPr>
            <p:ph type="title"/>
          </p:nvPr>
        </p:nvSpPr>
        <p:spPr/>
        <p:txBody>
          <a:bodyPr/>
          <a:lstStyle/>
          <a:p>
            <a:r>
              <a:rPr lang="fr-CA" dirty="0" err="1"/>
              <a:t>Bibliografía</a:t>
            </a:r>
            <a:endParaRPr lang="fr-CA" dirty="0"/>
          </a:p>
        </p:txBody>
      </p:sp>
      <p:sp>
        <p:nvSpPr>
          <p:cNvPr id="4" name="Marcador de número de diapositiva 3">
            <a:extLst>
              <a:ext uri="{FF2B5EF4-FFF2-40B4-BE49-F238E27FC236}">
                <a16:creationId xmlns:a16="http://schemas.microsoft.com/office/drawing/2014/main" id="{B4BF0B3B-4978-02E7-2047-C40243B3DD0B}"/>
              </a:ext>
            </a:extLst>
          </p:cNvPr>
          <p:cNvSpPr>
            <a:spLocks noGrp="1"/>
          </p:cNvSpPr>
          <p:nvPr>
            <p:ph type="sldNum" sz="quarter" idx="12"/>
          </p:nvPr>
        </p:nvSpPr>
        <p:spPr/>
        <p:txBody>
          <a:bodyPr/>
          <a:lstStyle/>
          <a:p>
            <a:fld id="{F979D778-5668-409F-BE61-8F31D5437AFC}" type="slidenum">
              <a:rPr lang="en-CA" smtClean="0"/>
              <a:t>23</a:t>
            </a:fld>
            <a:endParaRPr lang="en-CA"/>
          </a:p>
        </p:txBody>
      </p:sp>
      <p:sp>
        <p:nvSpPr>
          <p:cNvPr id="5" name="Rectangle 5"/>
          <p:cNvSpPr>
            <a:spLocks noGrp="1" noChangeArrowheads="1"/>
          </p:cNvSpPr>
          <p:nvPr>
            <p:ph idx="1"/>
          </p:nvPr>
        </p:nvSpPr>
        <p:spPr>
          <a:xfrm>
            <a:off x="685800" y="2147888"/>
            <a:ext cx="7772400" cy="4114800"/>
          </a:xfrm>
          <a:ln/>
        </p:spPr>
        <p:txBody>
          <a:bodyPr/>
          <a:lstStyle>
            <a:lvl1pPr>
              <a:defRPr/>
            </a:lvl1pPr>
          </a:lstStyle>
          <a:p>
            <a:r>
              <a:rPr lang="en-US" dirty="0"/>
              <a:t>Machine Learning in Business 2nd Edition. Copyright © John C. Hull 2020</a:t>
            </a:r>
            <a:endParaRPr lang="en-CA" dirty="0"/>
          </a:p>
        </p:txBody>
      </p:sp>
    </p:spTree>
    <p:extLst>
      <p:ext uri="{BB962C8B-B14F-4D97-AF65-F5344CB8AC3E}">
        <p14:creationId xmlns:p14="http://schemas.microsoft.com/office/powerpoint/2010/main" val="913982963"/>
      </p:ext>
    </p:extLst>
  </p:cSld>
  <p:clrMapOvr>
    <a:masterClrMapping/>
  </p:clrMapOvr>
</p:sld>
</file>

<file path=ppt/theme/theme1.xml><?xml version="1.0" encoding="utf-8"?>
<a:theme xmlns:a="http://schemas.openxmlformats.org/drawingml/2006/main" name="Global">
  <a:themeElements>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fontScheme name="Global">
      <a:majorFont>
        <a:latin typeface="Times New Roman"/>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Chapter 2</Template>
  <TotalTime>3168</TotalTime>
  <Words>1185</Words>
  <Application>Microsoft Office PowerPoint</Application>
  <PresentationFormat>Presentación en pantalla (4:3)</PresentationFormat>
  <Paragraphs>117</Paragraphs>
  <Slides>23</Slides>
  <Notes>0</Notes>
  <HiddenSlides>0</HiddenSlides>
  <MMClips>0</MMClips>
  <ScaleCrop>false</ScaleCrop>
  <HeadingPairs>
    <vt:vector size="8" baseType="variant">
      <vt:variant>
        <vt:lpstr>Fuentes usadas</vt:lpstr>
      </vt:variant>
      <vt:variant>
        <vt:i4>5</vt:i4>
      </vt:variant>
      <vt:variant>
        <vt:lpstr>Tema</vt:lpstr>
      </vt:variant>
      <vt:variant>
        <vt:i4>1</vt:i4>
      </vt:variant>
      <vt:variant>
        <vt:lpstr>Servidores OLE incrustados</vt:lpstr>
      </vt:variant>
      <vt:variant>
        <vt:i4>1</vt:i4>
      </vt:variant>
      <vt:variant>
        <vt:lpstr>Títulos de diapositiva</vt:lpstr>
      </vt:variant>
      <vt:variant>
        <vt:i4>23</vt:i4>
      </vt:variant>
    </vt:vector>
  </HeadingPairs>
  <TitlesOfParts>
    <vt:vector size="30" baseType="lpstr">
      <vt:lpstr>Arial</vt:lpstr>
      <vt:lpstr>Calibri</vt:lpstr>
      <vt:lpstr>Symbol</vt:lpstr>
      <vt:lpstr>Tahoma</vt:lpstr>
      <vt:lpstr>Times New Roman</vt:lpstr>
      <vt:lpstr>Global</vt:lpstr>
      <vt:lpstr>Equation</vt:lpstr>
      <vt:lpstr>Machine learning para finanzas Modelos de aprendizaje por refuerzo</vt:lpstr>
      <vt:lpstr>Aprendizaje por refuerzo</vt:lpstr>
      <vt:lpstr>Aprendizaje por refuerzo</vt:lpstr>
      <vt:lpstr>Elementos de RL</vt:lpstr>
      <vt:lpstr>Reinforcement Learning</vt:lpstr>
      <vt:lpstr>Ciclo en RL</vt:lpstr>
      <vt:lpstr>¿Cómo sería este ciclo en trading?</vt:lpstr>
      <vt:lpstr>Recompensas y costos</vt:lpstr>
      <vt:lpstr>Un ejemplo sencillo: los bandidos multi-brazo con K brazos (máquinas con una palanca)</vt:lpstr>
      <vt:lpstr>Un ejemplo sencillo: los bandidos multi-brazo con K (Algoritmos de decisión secuencial)</vt:lpstr>
      <vt:lpstr>Estrategia</vt:lpstr>
      <vt:lpstr>Estrategia formal:</vt:lpstr>
      <vt:lpstr>Formalmente:</vt:lpstr>
      <vt:lpstr>Ejemplo Tabla 7.1 de Hull, 4 bandits (m1=1.2, m2=1, m3=0.8, m4=1.4);  Por ejemplo e = 0.1 (o 90% de prob de elegir la Palanca que ha dado el major resultado hasta ahora)</vt:lpstr>
      <vt:lpstr>Una observación sobre el modelo en Excel</vt:lpstr>
      <vt:lpstr>El modelo general</vt:lpstr>
      <vt:lpstr>Objetivo</vt:lpstr>
      <vt:lpstr>Una actualización</vt:lpstr>
      <vt:lpstr>Una aplicación de clase (S4 reinforcement learning 1 línea 34 en adelante)</vt:lpstr>
      <vt:lpstr>Estructura</vt:lpstr>
      <vt:lpstr>El código</vt:lpstr>
      <vt:lpstr>La función Q estandar</vt:lpstr>
      <vt:lpstr>Bibliografía</vt:lpstr>
    </vt:vector>
  </TitlesOfParts>
  <Company>Joseph L. Rotman School of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Reinforcement Learning</dc:title>
  <dc:subject>Machine Learning in Business</dc:subject>
  <dc:creator/>
  <cp:keywords/>
  <dc:description>Copyright 2019 by John C. Hull. All Rights Reserved. Published 2019.</dc:description>
  <cp:lastModifiedBy>GUILLERMO YAÑEZ CASTRO</cp:lastModifiedBy>
  <cp:revision>79</cp:revision>
  <dcterms:created xsi:type="dcterms:W3CDTF">2019-07-16T22:03:37Z</dcterms:created>
  <dcterms:modified xsi:type="dcterms:W3CDTF">2026-03-11T20:09:57Z</dcterms:modified>
</cp:coreProperties>
</file>