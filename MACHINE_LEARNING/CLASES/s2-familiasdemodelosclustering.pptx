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06" r:id="rId2"/>
    <p:sldId id="256" r:id="rId3"/>
    <p:sldId id="307" r:id="rId4"/>
    <p:sldId id="312" r:id="rId5"/>
    <p:sldId id="257" r:id="rId6"/>
    <p:sldId id="313" r:id="rId7"/>
    <p:sldId id="308" r:id="rId8"/>
    <p:sldId id="258" r:id="rId9"/>
    <p:sldId id="309" r:id="rId10"/>
    <p:sldId id="259" r:id="rId11"/>
    <p:sldId id="310" r:id="rId12"/>
    <p:sldId id="260" r:id="rId13"/>
    <p:sldId id="31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4ED83-EB7C-4E3D-82B3-CB7F82424BFE}" v="3" dt="2026-03-02T18:23:33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Yañez" userId="c0ad126c0d1d4748" providerId="LiveId" clId="{918C7775-A4D1-435D-AA1E-1AC192003E7C}"/>
    <pc:docChg chg="custSel modSld">
      <pc:chgData name="Guillermo Yañez" userId="c0ad126c0d1d4748" providerId="LiveId" clId="{918C7775-A4D1-435D-AA1E-1AC192003E7C}" dt="2026-03-02T18:23:47.696" v="60" actId="26606"/>
      <pc:docMkLst>
        <pc:docMk/>
      </pc:docMkLst>
      <pc:sldChg chg="addSp delSp modSp mod setBg">
        <pc:chgData name="Guillermo Yañez" userId="c0ad126c0d1d4748" providerId="LiveId" clId="{918C7775-A4D1-435D-AA1E-1AC192003E7C}" dt="2026-03-02T18:23:47.696" v="60" actId="26606"/>
        <pc:sldMkLst>
          <pc:docMk/>
          <pc:sldMk cId="2402430552" sldId="306"/>
        </pc:sldMkLst>
        <pc:spChg chg="mod or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2" creationId="{D122F33D-A417-8495-D564-239B1325699D}"/>
          </ac:spMkLst>
        </pc:spChg>
        <pc:spChg chg="add mo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4" creationId="{72EF898D-2D11-30D4-02E6-20C852447B5E}"/>
          </ac:spMkLst>
        </pc:spChg>
        <pc:spChg chg="add del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8" creationId="{F0A604E4-7307-451C-93BE-F1F7E1BF3BF8}"/>
          </ac:spMkLst>
        </pc:spChg>
        <pc:spChg chg="add del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10" creationId="{F7F3A0AA-35E5-4085-942B-737839030604}"/>
          </ac:spMkLst>
        </pc:spChg>
        <pc:spChg chg="add del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12" creationId="{402F5C38-C747-4173-ABBF-656E39E82130}"/>
          </ac:spMkLst>
        </pc:spChg>
        <pc:spChg chg="add del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14" creationId="{E37EECFC-A684-4391-AE85-4CDAF5565F61}"/>
          </ac:spMkLst>
        </pc:spChg>
        <pc:spChg chg="ad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19" creationId="{1B15ED52-F352-441B-82BF-E0EA34836D08}"/>
          </ac:spMkLst>
        </pc:spChg>
        <pc:spChg chg="ad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21" creationId="{3B2E3793-BFE6-45A2-9B7B-E18844431C99}"/>
          </ac:spMkLst>
        </pc:spChg>
        <pc:spChg chg="ad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25" creationId="{375E0459-6403-40CD-989D-56A4407CA12E}"/>
          </ac:spMkLst>
        </pc:spChg>
        <pc:spChg chg="add">
          <ac:chgData name="Guillermo Yañez" userId="c0ad126c0d1d4748" providerId="LiveId" clId="{918C7775-A4D1-435D-AA1E-1AC192003E7C}" dt="2026-03-02T18:23:47.696" v="60" actId="26606"/>
          <ac:spMkLst>
            <pc:docMk/>
            <pc:sldMk cId="2402430552" sldId="306"/>
            <ac:spMk id="27" creationId="{53E5B1A8-3AC9-4BD1-9BBC-78CA94F2D1BA}"/>
          </ac:spMkLst>
        </pc:spChg>
        <pc:picChg chg="add mod">
          <ac:chgData name="Guillermo Yañez" userId="c0ad126c0d1d4748" providerId="LiveId" clId="{918C7775-A4D1-435D-AA1E-1AC192003E7C}" dt="2026-03-02T18:23:24.082" v="25" actId="26606"/>
          <ac:picMkLst>
            <pc:docMk/>
            <pc:sldMk cId="2402430552" sldId="306"/>
            <ac:picMk id="3" creationId="{E5B221E8-B2C2-B5F0-3D5F-648355ECCB7A}"/>
          </ac:picMkLst>
        </pc:picChg>
        <pc:picChg chg="del">
          <ac:chgData name="Guillermo Yañez" userId="c0ad126c0d1d4748" providerId="LiveId" clId="{918C7775-A4D1-435D-AA1E-1AC192003E7C}" dt="2026-03-02T18:22:54.788" v="0" actId="478"/>
          <ac:picMkLst>
            <pc:docMk/>
            <pc:sldMk cId="2402430552" sldId="306"/>
            <ac:picMk id="1026" creationId="{AE006DA5-EAC3-C11C-415A-D812EDDB5430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hyperlink" Target="https://www.researchgate.net/publication/358866180_An_Implementation_of_the_HDBSCAN_Clustering_Algorithm/fulltext/622ae21e97401151d20eba47/An-Implementation-of-the-HDBSCAN-Clustering-Algorithm.pdf" TargetMode="Externa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hyperlink" Target="https://wjaets.com/sites/default/files/WJAETS-2024-0396.pdf" TargetMode="External"/><Relationship Id="rId1" Type="http://schemas.openxmlformats.org/officeDocument/2006/relationships/hyperlink" Target="https://arxiv.org/abs/2403.14798" TargetMode="Externa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ntis-press.com/article/125971891.pdf" TargetMode="External"/><Relationship Id="rId1" Type="http://schemas.openxmlformats.org/officeDocument/2006/relationships/hyperlink" Target="https://arxiv.org/pdf/1703.00485" TargetMode="Externa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smp.uq.edu.au/GeoffMcLachlan/pm_sc00.pdf" TargetMode="External"/><Relationship Id="rId2" Type="http://schemas.openxmlformats.org/officeDocument/2006/relationships/hyperlink" Target="https://academic.oup.com/biomet/article-abstract/96/3/751/255417" TargetMode="External"/><Relationship Id="rId1" Type="http://schemas.openxmlformats.org/officeDocument/2006/relationships/hyperlink" Target="https://www.tandfonline.com/doi/pdf/10.1080/27684520.2024.2346075" TargetMode="External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319-29608-1_9" TargetMode="External"/><Relationship Id="rId1" Type="http://schemas.openxmlformats.org/officeDocument/2006/relationships/hyperlink" Target="https://sserr.ro/wp-content/uploads/2023/07/sserr-10-1-269-283.pdf" TargetMode="External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journal.efsa.unsa.ba/index.php/see/article/download/231/21/" TargetMode="External"/><Relationship Id="rId7" Type="http://schemas.openxmlformats.org/officeDocument/2006/relationships/image" Target="../media/image20.svg"/><Relationship Id="rId2" Type="http://schemas.openxmlformats.org/officeDocument/2006/relationships/hyperlink" Target="https://link.springer.com/article/10.1057/s41261-016-0002-3" TargetMode="External"/><Relationship Id="rId1" Type="http://schemas.openxmlformats.org/officeDocument/2006/relationships/hyperlink" Target="https://scispace.com/pdf/novel-automated-k-means-algorithm-for-financial-data-sets-2qp9c3ir6z.pdf" TargetMode="Externa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hyperlink" Target="https://lup.lub.lu.se/student-papers/record/8983838/file/8983847.pdf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journals.plos.org/plosone/article?id=10.1371/journal.pone.0180944" TargetMode="External"/><Relationship Id="rId9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hyperlink" Target="https://arxiv.org/abs/2403.14798" TargetMode="External"/><Relationship Id="rId15" Type="http://schemas.openxmlformats.org/officeDocument/2006/relationships/hyperlink" Target="https://www.researchgate.net/publication/358866180_An_Implementation_of_the_HDBSCAN_Clustering_Algorithm/fulltext/622ae21e97401151d20eba47/An-Implementation-of-the-HDBSCAN-Clustering-Algorithm.pdf" TargetMode="External"/><Relationship Id="rId10" Type="http://schemas.openxmlformats.org/officeDocument/2006/relationships/hyperlink" Target="https://wjaets.com/sites/default/files/WJAETS-2024-0396.pdf" TargetMode="External"/><Relationship Id="rId4" Type="http://schemas.openxmlformats.org/officeDocument/2006/relationships/image" Target="../media/image5.svg"/><Relationship Id="rId9" Type="http://schemas.openxmlformats.org/officeDocument/2006/relationships/image" Target="../media/image9.svg"/><Relationship Id="rId1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ntis-press.com/article/125971891.pdf" TargetMode="External"/><Relationship Id="rId1" Type="http://schemas.openxmlformats.org/officeDocument/2006/relationships/hyperlink" Target="https://arxiv.org/pdf/1703.00485" TargetMode="External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smp.uq.edu.au/GeoffMcLachlan/pm_sc00.pdf" TargetMode="External"/><Relationship Id="rId2" Type="http://schemas.openxmlformats.org/officeDocument/2006/relationships/hyperlink" Target="https://academic.oup.com/biomet/article-abstract/96/3/751/255417" TargetMode="External"/><Relationship Id="rId1" Type="http://schemas.openxmlformats.org/officeDocument/2006/relationships/hyperlink" Target="https://www.tandfonline.com/doi/pdf/10.1080/27684520.2024.2346075" TargetMode="External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319-29608-1_9" TargetMode="External"/><Relationship Id="rId1" Type="http://schemas.openxmlformats.org/officeDocument/2006/relationships/hyperlink" Target="https://sserr.ro/wp-content/uploads/2023/07/sserr-10-1-269-283.pdf" TargetMode="External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scispace.com/pdf/novel-automated-k-means-algorithm-for-financial-data-sets-2qp9c3ir6z.pdf" TargetMode="External"/><Relationship Id="rId7" Type="http://schemas.openxmlformats.org/officeDocument/2006/relationships/hyperlink" Target="https://journal.efsa.unsa.ba/index.php/see/article/download/231/21/" TargetMode="External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hyperlink" Target="https://link.springer.com/article/10.1057/s41261-016-0002-3" TargetMode="External"/><Relationship Id="rId11" Type="http://schemas.openxmlformats.org/officeDocument/2006/relationships/hyperlink" Target="https://lup.lub.lu.se/student-papers/record/8983838/file/8983847.pdf" TargetMode="External"/><Relationship Id="rId5" Type="http://schemas.openxmlformats.org/officeDocument/2006/relationships/image" Target="../media/image22.svg"/><Relationship Id="rId10" Type="http://schemas.openxmlformats.org/officeDocument/2006/relationships/hyperlink" Target="https://journals.plos.org/plosone/article?id=10.1371/journal.pone.0180944" TargetMode="External"/><Relationship Id="rId4" Type="http://schemas.openxmlformats.org/officeDocument/2006/relationships/image" Target="../media/image21.png"/><Relationship Id="rId9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84E5E-3E99-4ED8-9F97-343B5144734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F0753FD-FC5D-4786-88B2-E943F41A8E0F}">
      <dgm:prSet/>
      <dgm:spPr/>
      <dgm:t>
        <a:bodyPr/>
        <a:lstStyle/>
        <a:p>
          <a:r>
            <a:rPr lang="en-US"/>
            <a:t>DBSCAN (Density-Based Spatial Clustering of Applications with Noise):</a:t>
          </a:r>
        </a:p>
      </dgm:t>
    </dgm:pt>
    <dgm:pt modelId="{3469FA02-7DD8-4B7C-8139-F43F4342D815}" type="parTrans" cxnId="{C3978845-6359-4305-8F17-867B85C18C53}">
      <dgm:prSet/>
      <dgm:spPr/>
      <dgm:t>
        <a:bodyPr/>
        <a:lstStyle/>
        <a:p>
          <a:endParaRPr lang="en-US"/>
        </a:p>
      </dgm:t>
    </dgm:pt>
    <dgm:pt modelId="{1E2A3819-9B4B-42A2-8CB0-007738E57121}" type="sibTrans" cxnId="{C3978845-6359-4305-8F17-867B85C18C53}">
      <dgm:prSet/>
      <dgm:spPr/>
      <dgm:t>
        <a:bodyPr/>
        <a:lstStyle/>
        <a:p>
          <a:endParaRPr lang="en-US"/>
        </a:p>
      </dgm:t>
    </dgm:pt>
    <dgm:pt modelId="{FC50E4A7-1BE1-4929-881B-916C0B1AB97F}">
      <dgm:prSet/>
      <dgm:spPr/>
      <dgm:t>
        <a:bodyPr/>
        <a:lstStyle/>
        <a:p>
          <a:r>
            <a:rPr lang="en-US"/>
            <a:t>• Detecta clusters de forma arbitraria.</a:t>
          </a:r>
        </a:p>
      </dgm:t>
    </dgm:pt>
    <dgm:pt modelId="{1CC9DE95-14CB-48AF-84B0-75D9CA1D5558}" type="parTrans" cxnId="{F4B9AA8F-CADE-4FA9-A9A1-95B90CA5B530}">
      <dgm:prSet/>
      <dgm:spPr/>
      <dgm:t>
        <a:bodyPr/>
        <a:lstStyle/>
        <a:p>
          <a:endParaRPr lang="en-US"/>
        </a:p>
      </dgm:t>
    </dgm:pt>
    <dgm:pt modelId="{D705C665-B90B-43BB-B1F2-7EB6854BBD04}" type="sibTrans" cxnId="{F4B9AA8F-CADE-4FA9-A9A1-95B90CA5B530}">
      <dgm:prSet/>
      <dgm:spPr/>
      <dgm:t>
        <a:bodyPr/>
        <a:lstStyle/>
        <a:p>
          <a:endParaRPr lang="en-US"/>
        </a:p>
      </dgm:t>
    </dgm:pt>
    <dgm:pt modelId="{264D1304-C791-4849-9131-AC536B0001C4}">
      <dgm:prSet/>
      <dgm:spPr/>
      <dgm:t>
        <a:bodyPr/>
        <a:lstStyle/>
        <a:p>
          <a:r>
            <a:rPr lang="en-US"/>
            <a:t>• Identifica outliers de manera natural (útil para detectar anomalías o fraudes).</a:t>
          </a:r>
        </a:p>
      </dgm:t>
    </dgm:pt>
    <dgm:pt modelId="{5B67FEDB-54D5-45AB-8717-51B87FF94D4E}" type="parTrans" cxnId="{C9705F19-979A-4ECB-83CD-A46AB9A6D272}">
      <dgm:prSet/>
      <dgm:spPr/>
      <dgm:t>
        <a:bodyPr/>
        <a:lstStyle/>
        <a:p>
          <a:endParaRPr lang="en-US"/>
        </a:p>
      </dgm:t>
    </dgm:pt>
    <dgm:pt modelId="{EF54105F-8DBD-4A03-AE89-748C9EDCCD08}" type="sibTrans" cxnId="{C9705F19-979A-4ECB-83CD-A46AB9A6D272}">
      <dgm:prSet/>
      <dgm:spPr/>
      <dgm:t>
        <a:bodyPr/>
        <a:lstStyle/>
        <a:p>
          <a:endParaRPr lang="en-US"/>
        </a:p>
      </dgm:t>
    </dgm:pt>
    <dgm:pt modelId="{CF07DBEB-F607-493A-BEAB-A2E1D4024737}">
      <dgm:prSet/>
      <dgm:spPr/>
      <dgm:t>
        <a:bodyPr/>
        <a:lstStyle/>
        <a:p>
          <a:r>
            <a:rPr lang="en-US"/>
            <a:t>• No requiere especificar el número de clusters a priori.</a:t>
          </a:r>
        </a:p>
      </dgm:t>
    </dgm:pt>
    <dgm:pt modelId="{9176F647-EA65-4086-8DC0-26B197CAA72A}" type="parTrans" cxnId="{009AB837-821E-418F-B224-11C49D9C777F}">
      <dgm:prSet/>
      <dgm:spPr/>
      <dgm:t>
        <a:bodyPr/>
        <a:lstStyle/>
        <a:p>
          <a:endParaRPr lang="en-US"/>
        </a:p>
      </dgm:t>
    </dgm:pt>
    <dgm:pt modelId="{8E63D352-D355-47B4-BCEA-2966B92BCED7}" type="sibTrans" cxnId="{009AB837-821E-418F-B224-11C49D9C777F}">
      <dgm:prSet/>
      <dgm:spPr/>
      <dgm:t>
        <a:bodyPr/>
        <a:lstStyle/>
        <a:p>
          <a:endParaRPr lang="en-US"/>
        </a:p>
      </dgm:t>
    </dgm:pt>
    <dgm:pt modelId="{73F51B68-0468-4EBA-9985-F1C315EA8EC9}">
      <dgm:prSet/>
      <dgm:spPr/>
      <dgm:t>
        <a:bodyPr/>
        <a:lstStyle/>
        <a:p>
          <a:r>
            <a:rPr lang="en-US"/>
            <a:t>• Problema: sensible a parámetros (ε, minPts).</a:t>
          </a:r>
        </a:p>
      </dgm:t>
    </dgm:pt>
    <dgm:pt modelId="{638B27C0-738A-4A73-8CA7-8E35D5BE160F}" type="parTrans" cxnId="{47973BAA-E8B4-4CC6-BBE1-DD12335F7A5E}">
      <dgm:prSet/>
      <dgm:spPr/>
      <dgm:t>
        <a:bodyPr/>
        <a:lstStyle/>
        <a:p>
          <a:endParaRPr lang="en-US"/>
        </a:p>
      </dgm:t>
    </dgm:pt>
    <dgm:pt modelId="{1FEA9185-AC08-4ED0-8258-784ADA6F3CB9}" type="sibTrans" cxnId="{47973BAA-E8B4-4CC6-BBE1-DD12335F7A5E}">
      <dgm:prSet/>
      <dgm:spPr/>
      <dgm:t>
        <a:bodyPr/>
        <a:lstStyle/>
        <a:p>
          <a:endParaRPr lang="en-US"/>
        </a:p>
      </dgm:t>
    </dgm:pt>
    <dgm:pt modelId="{5D0157DA-AADB-4EFD-863B-999C2F8CCF7C}">
      <dgm:prSet/>
      <dgm:spPr/>
      <dgm:t>
        <a:bodyPr/>
        <a:lstStyle/>
        <a:p>
          <a:r>
            <a:rPr lang="en-US"/>
            <a:t>HDBSCAN (Hierarchical DBSCAN):</a:t>
          </a:r>
        </a:p>
      </dgm:t>
    </dgm:pt>
    <dgm:pt modelId="{816A3223-7E29-4EF4-92E3-47460492C209}" type="parTrans" cxnId="{0E9E9FB9-4639-4C98-A1A6-C356CF7F9773}">
      <dgm:prSet/>
      <dgm:spPr/>
      <dgm:t>
        <a:bodyPr/>
        <a:lstStyle/>
        <a:p>
          <a:endParaRPr lang="en-US"/>
        </a:p>
      </dgm:t>
    </dgm:pt>
    <dgm:pt modelId="{9337CD75-4213-44C4-AAB5-EABBE450D566}" type="sibTrans" cxnId="{0E9E9FB9-4639-4C98-A1A6-C356CF7F9773}">
      <dgm:prSet/>
      <dgm:spPr/>
      <dgm:t>
        <a:bodyPr/>
        <a:lstStyle/>
        <a:p>
          <a:endParaRPr lang="en-US"/>
        </a:p>
      </dgm:t>
    </dgm:pt>
    <dgm:pt modelId="{6FF654CA-1993-49FE-BBF7-BA8665259248}">
      <dgm:prSet/>
      <dgm:spPr/>
      <dgm:t>
        <a:bodyPr/>
        <a:lstStyle/>
        <a:p>
          <a:r>
            <a:rPr lang="en-US"/>
            <a:t>• Extiende DBSCAN, construye una jerarquía y selecciona clusters estables.</a:t>
          </a:r>
        </a:p>
      </dgm:t>
    </dgm:pt>
    <dgm:pt modelId="{A3BE3FC3-C5FB-481A-A69D-CADD0ACAECA9}" type="parTrans" cxnId="{63BA5A31-B635-4CF8-B1F4-EEE5AB2BDF47}">
      <dgm:prSet/>
      <dgm:spPr/>
      <dgm:t>
        <a:bodyPr/>
        <a:lstStyle/>
        <a:p>
          <a:endParaRPr lang="en-US"/>
        </a:p>
      </dgm:t>
    </dgm:pt>
    <dgm:pt modelId="{3B0D4DA0-2940-4BB6-8A56-C3B232CA0931}" type="sibTrans" cxnId="{63BA5A31-B635-4CF8-B1F4-EEE5AB2BDF47}">
      <dgm:prSet/>
      <dgm:spPr/>
      <dgm:t>
        <a:bodyPr/>
        <a:lstStyle/>
        <a:p>
          <a:endParaRPr lang="en-US"/>
        </a:p>
      </dgm:t>
    </dgm:pt>
    <dgm:pt modelId="{890DB629-8444-41C9-B8D3-0AFD42B0A5E2}">
      <dgm:prSet/>
      <dgm:spPr/>
      <dgm:t>
        <a:bodyPr/>
        <a:lstStyle/>
        <a:p>
          <a:r>
            <a:rPr lang="en-US"/>
            <a:t>• Muy usado para series financieras con ruido y distinta densidad.</a:t>
          </a:r>
        </a:p>
      </dgm:t>
    </dgm:pt>
    <dgm:pt modelId="{F78B5D35-4185-4259-8268-A77CAA4FDCC8}" type="parTrans" cxnId="{1576014B-F9EF-445F-B746-02460169D662}">
      <dgm:prSet/>
      <dgm:spPr/>
      <dgm:t>
        <a:bodyPr/>
        <a:lstStyle/>
        <a:p>
          <a:endParaRPr lang="en-US"/>
        </a:p>
      </dgm:t>
    </dgm:pt>
    <dgm:pt modelId="{C900A1CF-56B4-41EC-B868-FF1147537BDD}" type="sibTrans" cxnId="{1576014B-F9EF-445F-B746-02460169D662}">
      <dgm:prSet/>
      <dgm:spPr/>
      <dgm:t>
        <a:bodyPr/>
        <a:lstStyle/>
        <a:p>
          <a:endParaRPr lang="en-US"/>
        </a:p>
      </dgm:t>
    </dgm:pt>
    <dgm:pt modelId="{958B8754-9B79-4B1B-B822-99C7A8ED2117}" type="pres">
      <dgm:prSet presAssocID="{4A684E5E-3E99-4ED8-9F97-343B51447344}" presName="vert0" presStyleCnt="0">
        <dgm:presLayoutVars>
          <dgm:dir/>
          <dgm:animOne val="branch"/>
          <dgm:animLvl val="lvl"/>
        </dgm:presLayoutVars>
      </dgm:prSet>
      <dgm:spPr/>
    </dgm:pt>
    <dgm:pt modelId="{8134852E-9673-489C-836A-4334287CF716}" type="pres">
      <dgm:prSet presAssocID="{FF0753FD-FC5D-4786-88B2-E943F41A8E0F}" presName="thickLine" presStyleLbl="alignNode1" presStyleIdx="0" presStyleCnt="8"/>
      <dgm:spPr/>
    </dgm:pt>
    <dgm:pt modelId="{25946834-E8B9-477B-858A-01F35334ACEB}" type="pres">
      <dgm:prSet presAssocID="{FF0753FD-FC5D-4786-88B2-E943F41A8E0F}" presName="horz1" presStyleCnt="0"/>
      <dgm:spPr/>
    </dgm:pt>
    <dgm:pt modelId="{3AB88EA1-88A3-41BE-9C6B-D59ECDDC0D7A}" type="pres">
      <dgm:prSet presAssocID="{FF0753FD-FC5D-4786-88B2-E943F41A8E0F}" presName="tx1" presStyleLbl="revTx" presStyleIdx="0" presStyleCnt="8"/>
      <dgm:spPr/>
    </dgm:pt>
    <dgm:pt modelId="{E7BFF260-E4B2-490C-9A26-554C06ACE609}" type="pres">
      <dgm:prSet presAssocID="{FF0753FD-FC5D-4786-88B2-E943F41A8E0F}" presName="vert1" presStyleCnt="0"/>
      <dgm:spPr/>
    </dgm:pt>
    <dgm:pt modelId="{A4A1AEE3-0C26-489B-8F66-86F93DB27131}" type="pres">
      <dgm:prSet presAssocID="{FC50E4A7-1BE1-4929-881B-916C0B1AB97F}" presName="thickLine" presStyleLbl="alignNode1" presStyleIdx="1" presStyleCnt="8"/>
      <dgm:spPr/>
    </dgm:pt>
    <dgm:pt modelId="{AA2F80D9-032C-4C03-8819-BB4C7B773FDA}" type="pres">
      <dgm:prSet presAssocID="{FC50E4A7-1BE1-4929-881B-916C0B1AB97F}" presName="horz1" presStyleCnt="0"/>
      <dgm:spPr/>
    </dgm:pt>
    <dgm:pt modelId="{2D671D82-8083-49F6-94FC-1E25D63E26C7}" type="pres">
      <dgm:prSet presAssocID="{FC50E4A7-1BE1-4929-881B-916C0B1AB97F}" presName="tx1" presStyleLbl="revTx" presStyleIdx="1" presStyleCnt="8"/>
      <dgm:spPr/>
    </dgm:pt>
    <dgm:pt modelId="{EA97658C-80CA-4AB0-8C5A-F79F3315F289}" type="pres">
      <dgm:prSet presAssocID="{FC50E4A7-1BE1-4929-881B-916C0B1AB97F}" presName="vert1" presStyleCnt="0"/>
      <dgm:spPr/>
    </dgm:pt>
    <dgm:pt modelId="{CC41F86C-F2F8-460F-A065-96874F099F96}" type="pres">
      <dgm:prSet presAssocID="{264D1304-C791-4849-9131-AC536B0001C4}" presName="thickLine" presStyleLbl="alignNode1" presStyleIdx="2" presStyleCnt="8"/>
      <dgm:spPr/>
    </dgm:pt>
    <dgm:pt modelId="{B6691E3A-09B8-492C-A0DD-2F6B38E2C6D1}" type="pres">
      <dgm:prSet presAssocID="{264D1304-C791-4849-9131-AC536B0001C4}" presName="horz1" presStyleCnt="0"/>
      <dgm:spPr/>
    </dgm:pt>
    <dgm:pt modelId="{97D23C4E-4097-40CC-916C-86F30390448B}" type="pres">
      <dgm:prSet presAssocID="{264D1304-C791-4849-9131-AC536B0001C4}" presName="tx1" presStyleLbl="revTx" presStyleIdx="2" presStyleCnt="8"/>
      <dgm:spPr/>
    </dgm:pt>
    <dgm:pt modelId="{E1E68E72-0A50-41AA-B115-A827264EF0F7}" type="pres">
      <dgm:prSet presAssocID="{264D1304-C791-4849-9131-AC536B0001C4}" presName="vert1" presStyleCnt="0"/>
      <dgm:spPr/>
    </dgm:pt>
    <dgm:pt modelId="{AA73AC1A-3D1E-47FA-B7F5-E062C24C2395}" type="pres">
      <dgm:prSet presAssocID="{CF07DBEB-F607-493A-BEAB-A2E1D4024737}" presName="thickLine" presStyleLbl="alignNode1" presStyleIdx="3" presStyleCnt="8"/>
      <dgm:spPr/>
    </dgm:pt>
    <dgm:pt modelId="{6DD31F67-1DD0-4AA0-B2F8-F9484C631798}" type="pres">
      <dgm:prSet presAssocID="{CF07DBEB-F607-493A-BEAB-A2E1D4024737}" presName="horz1" presStyleCnt="0"/>
      <dgm:spPr/>
    </dgm:pt>
    <dgm:pt modelId="{01165711-B49A-440E-8668-F7C47A3EC67A}" type="pres">
      <dgm:prSet presAssocID="{CF07DBEB-F607-493A-BEAB-A2E1D4024737}" presName="tx1" presStyleLbl="revTx" presStyleIdx="3" presStyleCnt="8"/>
      <dgm:spPr/>
    </dgm:pt>
    <dgm:pt modelId="{B43EFE24-C81A-43AC-9B6F-15AF3B77E857}" type="pres">
      <dgm:prSet presAssocID="{CF07DBEB-F607-493A-BEAB-A2E1D4024737}" presName="vert1" presStyleCnt="0"/>
      <dgm:spPr/>
    </dgm:pt>
    <dgm:pt modelId="{81A43258-F6DD-43BD-B5DE-6B7BB8AA9EBE}" type="pres">
      <dgm:prSet presAssocID="{73F51B68-0468-4EBA-9985-F1C315EA8EC9}" presName="thickLine" presStyleLbl="alignNode1" presStyleIdx="4" presStyleCnt="8"/>
      <dgm:spPr/>
    </dgm:pt>
    <dgm:pt modelId="{3283D9AB-5414-425F-AE9F-3D17BA0AE436}" type="pres">
      <dgm:prSet presAssocID="{73F51B68-0468-4EBA-9985-F1C315EA8EC9}" presName="horz1" presStyleCnt="0"/>
      <dgm:spPr/>
    </dgm:pt>
    <dgm:pt modelId="{E56E030F-7738-48F5-8E14-BA021E78F838}" type="pres">
      <dgm:prSet presAssocID="{73F51B68-0468-4EBA-9985-F1C315EA8EC9}" presName="tx1" presStyleLbl="revTx" presStyleIdx="4" presStyleCnt="8"/>
      <dgm:spPr/>
    </dgm:pt>
    <dgm:pt modelId="{871BE93D-7B0F-4922-9864-C9780F8529AE}" type="pres">
      <dgm:prSet presAssocID="{73F51B68-0468-4EBA-9985-F1C315EA8EC9}" presName="vert1" presStyleCnt="0"/>
      <dgm:spPr/>
    </dgm:pt>
    <dgm:pt modelId="{C1BD65F9-CCCB-4AEE-A284-2AB6728A442B}" type="pres">
      <dgm:prSet presAssocID="{5D0157DA-AADB-4EFD-863B-999C2F8CCF7C}" presName="thickLine" presStyleLbl="alignNode1" presStyleIdx="5" presStyleCnt="8"/>
      <dgm:spPr/>
    </dgm:pt>
    <dgm:pt modelId="{CBD7FF38-6644-459D-A46B-88F1C68E9A0C}" type="pres">
      <dgm:prSet presAssocID="{5D0157DA-AADB-4EFD-863B-999C2F8CCF7C}" presName="horz1" presStyleCnt="0"/>
      <dgm:spPr/>
    </dgm:pt>
    <dgm:pt modelId="{5CE7B24B-A916-4E5C-91D4-5917D3484F89}" type="pres">
      <dgm:prSet presAssocID="{5D0157DA-AADB-4EFD-863B-999C2F8CCF7C}" presName="tx1" presStyleLbl="revTx" presStyleIdx="5" presStyleCnt="8"/>
      <dgm:spPr/>
    </dgm:pt>
    <dgm:pt modelId="{671B159C-BC1B-4482-9CDB-945E45A221CF}" type="pres">
      <dgm:prSet presAssocID="{5D0157DA-AADB-4EFD-863B-999C2F8CCF7C}" presName="vert1" presStyleCnt="0"/>
      <dgm:spPr/>
    </dgm:pt>
    <dgm:pt modelId="{11B56A71-76D9-4412-BCB8-A6425ACF3355}" type="pres">
      <dgm:prSet presAssocID="{6FF654CA-1993-49FE-BBF7-BA8665259248}" presName="thickLine" presStyleLbl="alignNode1" presStyleIdx="6" presStyleCnt="8"/>
      <dgm:spPr/>
    </dgm:pt>
    <dgm:pt modelId="{F3C8E8E3-7E3A-448A-968E-04E6B2E0D0AD}" type="pres">
      <dgm:prSet presAssocID="{6FF654CA-1993-49FE-BBF7-BA8665259248}" presName="horz1" presStyleCnt="0"/>
      <dgm:spPr/>
    </dgm:pt>
    <dgm:pt modelId="{BF31C6A2-E8A9-4771-9BC1-64B2F723A4D0}" type="pres">
      <dgm:prSet presAssocID="{6FF654CA-1993-49FE-BBF7-BA8665259248}" presName="tx1" presStyleLbl="revTx" presStyleIdx="6" presStyleCnt="8"/>
      <dgm:spPr/>
    </dgm:pt>
    <dgm:pt modelId="{50F96DA2-9528-441B-A1C9-D8938D8EABF6}" type="pres">
      <dgm:prSet presAssocID="{6FF654CA-1993-49FE-BBF7-BA8665259248}" presName="vert1" presStyleCnt="0"/>
      <dgm:spPr/>
    </dgm:pt>
    <dgm:pt modelId="{30345DD4-E21C-436A-8433-3CED29D0D14D}" type="pres">
      <dgm:prSet presAssocID="{890DB629-8444-41C9-B8D3-0AFD42B0A5E2}" presName="thickLine" presStyleLbl="alignNode1" presStyleIdx="7" presStyleCnt="8"/>
      <dgm:spPr/>
    </dgm:pt>
    <dgm:pt modelId="{74BBBADB-6664-46BD-BC9B-E2D1FF653B14}" type="pres">
      <dgm:prSet presAssocID="{890DB629-8444-41C9-B8D3-0AFD42B0A5E2}" presName="horz1" presStyleCnt="0"/>
      <dgm:spPr/>
    </dgm:pt>
    <dgm:pt modelId="{24481E6E-F333-43E7-907F-6ABA369C7A01}" type="pres">
      <dgm:prSet presAssocID="{890DB629-8444-41C9-B8D3-0AFD42B0A5E2}" presName="tx1" presStyleLbl="revTx" presStyleIdx="7" presStyleCnt="8"/>
      <dgm:spPr/>
    </dgm:pt>
    <dgm:pt modelId="{9928FB77-21C9-4B1E-AF3E-864415BF405D}" type="pres">
      <dgm:prSet presAssocID="{890DB629-8444-41C9-B8D3-0AFD42B0A5E2}" presName="vert1" presStyleCnt="0"/>
      <dgm:spPr/>
    </dgm:pt>
  </dgm:ptLst>
  <dgm:cxnLst>
    <dgm:cxn modelId="{C9705F19-979A-4ECB-83CD-A46AB9A6D272}" srcId="{4A684E5E-3E99-4ED8-9F97-343B51447344}" destId="{264D1304-C791-4849-9131-AC536B0001C4}" srcOrd="2" destOrd="0" parTransId="{5B67FEDB-54D5-45AB-8717-51B87FF94D4E}" sibTransId="{EF54105F-8DBD-4A03-AE89-748C9EDCCD08}"/>
    <dgm:cxn modelId="{63BA5A31-B635-4CF8-B1F4-EEE5AB2BDF47}" srcId="{4A684E5E-3E99-4ED8-9F97-343B51447344}" destId="{6FF654CA-1993-49FE-BBF7-BA8665259248}" srcOrd="6" destOrd="0" parTransId="{A3BE3FC3-C5FB-481A-A69D-CADD0ACAECA9}" sibTransId="{3B0D4DA0-2940-4BB6-8A56-C3B232CA0931}"/>
    <dgm:cxn modelId="{D2154236-3ED1-46B8-B4BD-34BE6111C1C0}" type="presOf" srcId="{4A684E5E-3E99-4ED8-9F97-343B51447344}" destId="{958B8754-9B79-4B1B-B822-99C7A8ED2117}" srcOrd="0" destOrd="0" presId="urn:microsoft.com/office/officeart/2008/layout/LinedList"/>
    <dgm:cxn modelId="{009AB837-821E-418F-B224-11C49D9C777F}" srcId="{4A684E5E-3E99-4ED8-9F97-343B51447344}" destId="{CF07DBEB-F607-493A-BEAB-A2E1D4024737}" srcOrd="3" destOrd="0" parTransId="{9176F647-EA65-4086-8DC0-26B197CAA72A}" sibTransId="{8E63D352-D355-47B4-BCEA-2966B92BCED7}"/>
    <dgm:cxn modelId="{C3978845-6359-4305-8F17-867B85C18C53}" srcId="{4A684E5E-3E99-4ED8-9F97-343B51447344}" destId="{FF0753FD-FC5D-4786-88B2-E943F41A8E0F}" srcOrd="0" destOrd="0" parTransId="{3469FA02-7DD8-4B7C-8139-F43F4342D815}" sibTransId="{1E2A3819-9B4B-42A2-8CB0-007738E57121}"/>
    <dgm:cxn modelId="{89510866-8D2B-4C36-BA44-0320D916E6FD}" type="presOf" srcId="{890DB629-8444-41C9-B8D3-0AFD42B0A5E2}" destId="{24481E6E-F333-43E7-907F-6ABA369C7A01}" srcOrd="0" destOrd="0" presId="urn:microsoft.com/office/officeart/2008/layout/LinedList"/>
    <dgm:cxn modelId="{1576014B-F9EF-445F-B746-02460169D662}" srcId="{4A684E5E-3E99-4ED8-9F97-343B51447344}" destId="{890DB629-8444-41C9-B8D3-0AFD42B0A5E2}" srcOrd="7" destOrd="0" parTransId="{F78B5D35-4185-4259-8268-A77CAA4FDCC8}" sibTransId="{C900A1CF-56B4-41EC-B868-FF1147537BDD}"/>
    <dgm:cxn modelId="{6E2FD44D-ACA7-47C2-A5AF-C1CC40EF1F63}" type="presOf" srcId="{FF0753FD-FC5D-4786-88B2-E943F41A8E0F}" destId="{3AB88EA1-88A3-41BE-9C6B-D59ECDDC0D7A}" srcOrd="0" destOrd="0" presId="urn:microsoft.com/office/officeart/2008/layout/LinedList"/>
    <dgm:cxn modelId="{4665E66F-C590-432C-AA71-C94428BC9D48}" type="presOf" srcId="{CF07DBEB-F607-493A-BEAB-A2E1D4024737}" destId="{01165711-B49A-440E-8668-F7C47A3EC67A}" srcOrd="0" destOrd="0" presId="urn:microsoft.com/office/officeart/2008/layout/LinedList"/>
    <dgm:cxn modelId="{DA35D77F-139E-4E77-86A7-7C7DDDF3DEEF}" type="presOf" srcId="{FC50E4A7-1BE1-4929-881B-916C0B1AB97F}" destId="{2D671D82-8083-49F6-94FC-1E25D63E26C7}" srcOrd="0" destOrd="0" presId="urn:microsoft.com/office/officeart/2008/layout/LinedList"/>
    <dgm:cxn modelId="{BE64E083-D2EC-469D-9BBC-E27590B8A766}" type="presOf" srcId="{5D0157DA-AADB-4EFD-863B-999C2F8CCF7C}" destId="{5CE7B24B-A916-4E5C-91D4-5917D3484F89}" srcOrd="0" destOrd="0" presId="urn:microsoft.com/office/officeart/2008/layout/LinedList"/>
    <dgm:cxn modelId="{A6D29C8C-6DD7-48F8-9D47-1D695045B3A8}" type="presOf" srcId="{264D1304-C791-4849-9131-AC536B0001C4}" destId="{97D23C4E-4097-40CC-916C-86F30390448B}" srcOrd="0" destOrd="0" presId="urn:microsoft.com/office/officeart/2008/layout/LinedList"/>
    <dgm:cxn modelId="{F4B9AA8F-CADE-4FA9-A9A1-95B90CA5B530}" srcId="{4A684E5E-3E99-4ED8-9F97-343B51447344}" destId="{FC50E4A7-1BE1-4929-881B-916C0B1AB97F}" srcOrd="1" destOrd="0" parTransId="{1CC9DE95-14CB-48AF-84B0-75D9CA1D5558}" sibTransId="{D705C665-B90B-43BB-B1F2-7EB6854BBD04}"/>
    <dgm:cxn modelId="{47973BAA-E8B4-4CC6-BBE1-DD12335F7A5E}" srcId="{4A684E5E-3E99-4ED8-9F97-343B51447344}" destId="{73F51B68-0468-4EBA-9985-F1C315EA8EC9}" srcOrd="4" destOrd="0" parTransId="{638B27C0-738A-4A73-8CA7-8E35D5BE160F}" sibTransId="{1FEA9185-AC08-4ED0-8258-784ADA6F3CB9}"/>
    <dgm:cxn modelId="{39974DAB-BA3A-4935-8FE6-0AC80B4FB8C9}" type="presOf" srcId="{6FF654CA-1993-49FE-BBF7-BA8665259248}" destId="{BF31C6A2-E8A9-4771-9BC1-64B2F723A4D0}" srcOrd="0" destOrd="0" presId="urn:microsoft.com/office/officeart/2008/layout/LinedList"/>
    <dgm:cxn modelId="{425754B2-D487-4A40-9704-6342DB0625DE}" type="presOf" srcId="{73F51B68-0468-4EBA-9985-F1C315EA8EC9}" destId="{E56E030F-7738-48F5-8E14-BA021E78F838}" srcOrd="0" destOrd="0" presId="urn:microsoft.com/office/officeart/2008/layout/LinedList"/>
    <dgm:cxn modelId="{0E9E9FB9-4639-4C98-A1A6-C356CF7F9773}" srcId="{4A684E5E-3E99-4ED8-9F97-343B51447344}" destId="{5D0157DA-AADB-4EFD-863B-999C2F8CCF7C}" srcOrd="5" destOrd="0" parTransId="{816A3223-7E29-4EF4-92E3-47460492C209}" sibTransId="{9337CD75-4213-44C4-AAB5-EABBE450D566}"/>
    <dgm:cxn modelId="{99CC0E44-D16C-44BD-A107-322516887D5C}" type="presParOf" srcId="{958B8754-9B79-4B1B-B822-99C7A8ED2117}" destId="{8134852E-9673-489C-836A-4334287CF716}" srcOrd="0" destOrd="0" presId="urn:microsoft.com/office/officeart/2008/layout/LinedList"/>
    <dgm:cxn modelId="{6C117D91-11FB-4E72-B195-31F35DCD79ED}" type="presParOf" srcId="{958B8754-9B79-4B1B-B822-99C7A8ED2117}" destId="{25946834-E8B9-477B-858A-01F35334ACEB}" srcOrd="1" destOrd="0" presId="urn:microsoft.com/office/officeart/2008/layout/LinedList"/>
    <dgm:cxn modelId="{86ED7BD5-FB63-44B7-8DEC-D5D1A235B947}" type="presParOf" srcId="{25946834-E8B9-477B-858A-01F35334ACEB}" destId="{3AB88EA1-88A3-41BE-9C6B-D59ECDDC0D7A}" srcOrd="0" destOrd="0" presId="urn:microsoft.com/office/officeart/2008/layout/LinedList"/>
    <dgm:cxn modelId="{8209349A-2818-493B-914F-320266E94841}" type="presParOf" srcId="{25946834-E8B9-477B-858A-01F35334ACEB}" destId="{E7BFF260-E4B2-490C-9A26-554C06ACE609}" srcOrd="1" destOrd="0" presId="urn:microsoft.com/office/officeart/2008/layout/LinedList"/>
    <dgm:cxn modelId="{2D285560-6DFE-474E-9743-332FD0115BF1}" type="presParOf" srcId="{958B8754-9B79-4B1B-B822-99C7A8ED2117}" destId="{A4A1AEE3-0C26-489B-8F66-86F93DB27131}" srcOrd="2" destOrd="0" presId="urn:microsoft.com/office/officeart/2008/layout/LinedList"/>
    <dgm:cxn modelId="{78A4645D-DD32-4E47-887C-34073897EC85}" type="presParOf" srcId="{958B8754-9B79-4B1B-B822-99C7A8ED2117}" destId="{AA2F80D9-032C-4C03-8819-BB4C7B773FDA}" srcOrd="3" destOrd="0" presId="urn:microsoft.com/office/officeart/2008/layout/LinedList"/>
    <dgm:cxn modelId="{907A1A16-2C95-4443-A724-B252DFADABEC}" type="presParOf" srcId="{AA2F80D9-032C-4C03-8819-BB4C7B773FDA}" destId="{2D671D82-8083-49F6-94FC-1E25D63E26C7}" srcOrd="0" destOrd="0" presId="urn:microsoft.com/office/officeart/2008/layout/LinedList"/>
    <dgm:cxn modelId="{E9423101-61A3-49EE-B687-F964D4DAD419}" type="presParOf" srcId="{AA2F80D9-032C-4C03-8819-BB4C7B773FDA}" destId="{EA97658C-80CA-4AB0-8C5A-F79F3315F289}" srcOrd="1" destOrd="0" presId="urn:microsoft.com/office/officeart/2008/layout/LinedList"/>
    <dgm:cxn modelId="{FCDD2639-0043-4961-8ED2-E6F73C20E6B8}" type="presParOf" srcId="{958B8754-9B79-4B1B-B822-99C7A8ED2117}" destId="{CC41F86C-F2F8-460F-A065-96874F099F96}" srcOrd="4" destOrd="0" presId="urn:microsoft.com/office/officeart/2008/layout/LinedList"/>
    <dgm:cxn modelId="{30ACDF89-F85B-4FCF-9412-BDA62C2D83AB}" type="presParOf" srcId="{958B8754-9B79-4B1B-B822-99C7A8ED2117}" destId="{B6691E3A-09B8-492C-A0DD-2F6B38E2C6D1}" srcOrd="5" destOrd="0" presId="urn:microsoft.com/office/officeart/2008/layout/LinedList"/>
    <dgm:cxn modelId="{AE65D58B-2335-49D5-8760-587CFA629D16}" type="presParOf" srcId="{B6691E3A-09B8-492C-A0DD-2F6B38E2C6D1}" destId="{97D23C4E-4097-40CC-916C-86F30390448B}" srcOrd="0" destOrd="0" presId="urn:microsoft.com/office/officeart/2008/layout/LinedList"/>
    <dgm:cxn modelId="{728005C8-6F5E-400F-87A6-BB322840A22C}" type="presParOf" srcId="{B6691E3A-09B8-492C-A0DD-2F6B38E2C6D1}" destId="{E1E68E72-0A50-41AA-B115-A827264EF0F7}" srcOrd="1" destOrd="0" presId="urn:microsoft.com/office/officeart/2008/layout/LinedList"/>
    <dgm:cxn modelId="{834A7124-28B6-4050-BF06-6A7587D7F555}" type="presParOf" srcId="{958B8754-9B79-4B1B-B822-99C7A8ED2117}" destId="{AA73AC1A-3D1E-47FA-B7F5-E062C24C2395}" srcOrd="6" destOrd="0" presId="urn:microsoft.com/office/officeart/2008/layout/LinedList"/>
    <dgm:cxn modelId="{BFFFC51B-0E20-4086-B713-367886A39AF1}" type="presParOf" srcId="{958B8754-9B79-4B1B-B822-99C7A8ED2117}" destId="{6DD31F67-1DD0-4AA0-B2F8-F9484C631798}" srcOrd="7" destOrd="0" presId="urn:microsoft.com/office/officeart/2008/layout/LinedList"/>
    <dgm:cxn modelId="{D0A34DBB-FAD7-4553-95B9-A69C36585644}" type="presParOf" srcId="{6DD31F67-1DD0-4AA0-B2F8-F9484C631798}" destId="{01165711-B49A-440E-8668-F7C47A3EC67A}" srcOrd="0" destOrd="0" presId="urn:microsoft.com/office/officeart/2008/layout/LinedList"/>
    <dgm:cxn modelId="{9A28B8E5-EDA3-481D-9889-EEA87F388B1C}" type="presParOf" srcId="{6DD31F67-1DD0-4AA0-B2F8-F9484C631798}" destId="{B43EFE24-C81A-43AC-9B6F-15AF3B77E857}" srcOrd="1" destOrd="0" presId="urn:microsoft.com/office/officeart/2008/layout/LinedList"/>
    <dgm:cxn modelId="{5413E7A9-6407-4D5A-91B5-553780B39CD3}" type="presParOf" srcId="{958B8754-9B79-4B1B-B822-99C7A8ED2117}" destId="{81A43258-F6DD-43BD-B5DE-6B7BB8AA9EBE}" srcOrd="8" destOrd="0" presId="urn:microsoft.com/office/officeart/2008/layout/LinedList"/>
    <dgm:cxn modelId="{55AF0634-49B4-4993-8FDF-6B9D6968D3A2}" type="presParOf" srcId="{958B8754-9B79-4B1B-B822-99C7A8ED2117}" destId="{3283D9AB-5414-425F-AE9F-3D17BA0AE436}" srcOrd="9" destOrd="0" presId="urn:microsoft.com/office/officeart/2008/layout/LinedList"/>
    <dgm:cxn modelId="{FD7AAD41-12C7-49CB-B500-92D0B2FB0B86}" type="presParOf" srcId="{3283D9AB-5414-425F-AE9F-3D17BA0AE436}" destId="{E56E030F-7738-48F5-8E14-BA021E78F838}" srcOrd="0" destOrd="0" presId="urn:microsoft.com/office/officeart/2008/layout/LinedList"/>
    <dgm:cxn modelId="{C1B65160-882E-4659-8EF1-A415805E0DE6}" type="presParOf" srcId="{3283D9AB-5414-425F-AE9F-3D17BA0AE436}" destId="{871BE93D-7B0F-4922-9864-C9780F8529AE}" srcOrd="1" destOrd="0" presId="urn:microsoft.com/office/officeart/2008/layout/LinedList"/>
    <dgm:cxn modelId="{58FDC599-1D35-4C27-8673-71C996ECDB28}" type="presParOf" srcId="{958B8754-9B79-4B1B-B822-99C7A8ED2117}" destId="{C1BD65F9-CCCB-4AEE-A284-2AB6728A442B}" srcOrd="10" destOrd="0" presId="urn:microsoft.com/office/officeart/2008/layout/LinedList"/>
    <dgm:cxn modelId="{72DA1B8E-8C91-4070-8439-5672A1092A5E}" type="presParOf" srcId="{958B8754-9B79-4B1B-B822-99C7A8ED2117}" destId="{CBD7FF38-6644-459D-A46B-88F1C68E9A0C}" srcOrd="11" destOrd="0" presId="urn:microsoft.com/office/officeart/2008/layout/LinedList"/>
    <dgm:cxn modelId="{8959BB07-0790-45AB-9925-41590A1F40BF}" type="presParOf" srcId="{CBD7FF38-6644-459D-A46B-88F1C68E9A0C}" destId="{5CE7B24B-A916-4E5C-91D4-5917D3484F89}" srcOrd="0" destOrd="0" presId="urn:microsoft.com/office/officeart/2008/layout/LinedList"/>
    <dgm:cxn modelId="{6B827010-A86A-447F-91CF-86B0F109E243}" type="presParOf" srcId="{CBD7FF38-6644-459D-A46B-88F1C68E9A0C}" destId="{671B159C-BC1B-4482-9CDB-945E45A221CF}" srcOrd="1" destOrd="0" presId="urn:microsoft.com/office/officeart/2008/layout/LinedList"/>
    <dgm:cxn modelId="{0895D087-E4CC-4072-B125-C5A4C37B610E}" type="presParOf" srcId="{958B8754-9B79-4B1B-B822-99C7A8ED2117}" destId="{11B56A71-76D9-4412-BCB8-A6425ACF3355}" srcOrd="12" destOrd="0" presId="urn:microsoft.com/office/officeart/2008/layout/LinedList"/>
    <dgm:cxn modelId="{A9517CD3-54E4-40A2-89FA-2D93BC006B9A}" type="presParOf" srcId="{958B8754-9B79-4B1B-B822-99C7A8ED2117}" destId="{F3C8E8E3-7E3A-448A-968E-04E6B2E0D0AD}" srcOrd="13" destOrd="0" presId="urn:microsoft.com/office/officeart/2008/layout/LinedList"/>
    <dgm:cxn modelId="{54C5CB88-EF12-4394-8D7A-EA814957D8AB}" type="presParOf" srcId="{F3C8E8E3-7E3A-448A-968E-04E6B2E0D0AD}" destId="{BF31C6A2-E8A9-4771-9BC1-64B2F723A4D0}" srcOrd="0" destOrd="0" presId="urn:microsoft.com/office/officeart/2008/layout/LinedList"/>
    <dgm:cxn modelId="{898CCB61-EAB3-426B-B48F-1E6C3E3225E3}" type="presParOf" srcId="{F3C8E8E3-7E3A-448A-968E-04E6B2E0D0AD}" destId="{50F96DA2-9528-441B-A1C9-D8938D8EABF6}" srcOrd="1" destOrd="0" presId="urn:microsoft.com/office/officeart/2008/layout/LinedList"/>
    <dgm:cxn modelId="{7E79BF8D-E45C-469D-86E4-8B82FF1AB430}" type="presParOf" srcId="{958B8754-9B79-4B1B-B822-99C7A8ED2117}" destId="{30345DD4-E21C-436A-8433-3CED29D0D14D}" srcOrd="14" destOrd="0" presId="urn:microsoft.com/office/officeart/2008/layout/LinedList"/>
    <dgm:cxn modelId="{23C1759E-0D1A-4E1C-8F5B-E82E895177A4}" type="presParOf" srcId="{958B8754-9B79-4B1B-B822-99C7A8ED2117}" destId="{74BBBADB-6664-46BD-BC9B-E2D1FF653B14}" srcOrd="15" destOrd="0" presId="urn:microsoft.com/office/officeart/2008/layout/LinedList"/>
    <dgm:cxn modelId="{CD02F2EF-CC6B-4F73-AEE5-89A0A9D2A6AA}" type="presParOf" srcId="{74BBBADB-6664-46BD-BC9B-E2D1FF653B14}" destId="{24481E6E-F333-43E7-907F-6ABA369C7A01}" srcOrd="0" destOrd="0" presId="urn:microsoft.com/office/officeart/2008/layout/LinedList"/>
    <dgm:cxn modelId="{99E43D1B-CF75-45E5-8592-19DFBCE94C21}" type="presParOf" srcId="{74BBBADB-6664-46BD-BC9B-E2D1FF653B14}" destId="{9928FB77-21C9-4B1E-AF3E-864415BF40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AABC69-2E9D-49D6-A21E-10CBCAAEA6F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FF80C16-4A9F-4C97-8660-8B33A31FC842}">
      <dgm:prSet/>
      <dgm:spPr/>
      <dgm:t>
        <a:bodyPr/>
        <a:lstStyle/>
        <a:p>
          <a:r>
            <a:rPr lang="es-CL" b="1" i="0" baseline="0"/>
            <a:t>DBSCAN en series financieras:</a:t>
          </a:r>
          <a:r>
            <a:rPr lang="es-CL" b="0" i="0" baseline="0"/>
            <a:t> </a:t>
          </a:r>
          <a:endParaRPr lang="en-US"/>
        </a:p>
      </dgm:t>
    </dgm:pt>
    <dgm:pt modelId="{635CA56D-43D0-474B-86E4-FBB335294960}" type="parTrans" cxnId="{BF75B590-2521-4253-80A6-BEFB93B8AFC0}">
      <dgm:prSet/>
      <dgm:spPr/>
      <dgm:t>
        <a:bodyPr/>
        <a:lstStyle/>
        <a:p>
          <a:endParaRPr lang="en-US"/>
        </a:p>
      </dgm:t>
    </dgm:pt>
    <dgm:pt modelId="{DD67AF41-24B0-4B7E-B732-3E266874260D}" type="sibTrans" cxnId="{BF75B590-2521-4253-80A6-BEFB93B8AFC0}">
      <dgm:prSet/>
      <dgm:spPr/>
      <dgm:t>
        <a:bodyPr/>
        <a:lstStyle/>
        <a:p>
          <a:endParaRPr lang="en-US"/>
        </a:p>
      </dgm:t>
    </dgm:pt>
    <dgm:pt modelId="{357F45E0-C1F8-4C59-999B-6D5CAB717F78}">
      <dgm:prSet/>
      <dgm:spPr/>
      <dgm:t>
        <a:bodyPr/>
        <a:lstStyle/>
        <a:p>
          <a:r>
            <a:rPr lang="es-CL" b="0" i="0" baseline="0"/>
            <a:t>Waltz, N. (2024). </a:t>
          </a:r>
          <a:r>
            <a:rPr lang="es-CL" b="0" i="1" baseline="0"/>
            <a:t>Time Series Clustering Using DBSCAN</a:t>
          </a:r>
          <a:r>
            <a:rPr lang="es-CL" b="0" i="0" baseline="0"/>
            <a:t>. arXiv:2403.14798.</a:t>
          </a:r>
          <a:br>
            <a:rPr lang="es-CL" b="0" i="0" baseline="0"/>
          </a:br>
          <a:r>
            <a:rPr lang="es-CL" b="0" i="0" baseline="0">
              <a:hlinkClick xmlns:r="http://schemas.openxmlformats.org/officeDocument/2006/relationships" r:id="rId1"/>
            </a:rPr>
            <a:t>PDF y resumen</a:t>
          </a:r>
          <a:r>
            <a:rPr lang="es-CL" b="0" i="0" baseline="0"/>
            <a:t> </a:t>
          </a:r>
          <a:r>
            <a:rPr lang="es-CL" b="0" i="0" baseline="0">
              <a:hlinkClick xmlns:r="http://schemas.openxmlformats.org/officeDocument/2006/relationships" r:id="rId1"/>
            </a:rPr>
            <a:t>[arxiv.org]</a:t>
          </a:r>
          <a:r>
            <a:rPr lang="es-CL" b="0" i="0" baseline="0"/>
            <a:t> </a:t>
          </a:r>
          <a:endParaRPr lang="en-US"/>
        </a:p>
      </dgm:t>
    </dgm:pt>
    <dgm:pt modelId="{9C6EFC28-A627-4256-9FC8-0E4C61D87645}" type="parTrans" cxnId="{73E04D96-BB2C-4F47-BD18-FDC021A4ACB5}">
      <dgm:prSet/>
      <dgm:spPr/>
      <dgm:t>
        <a:bodyPr/>
        <a:lstStyle/>
        <a:p>
          <a:endParaRPr lang="en-US"/>
        </a:p>
      </dgm:t>
    </dgm:pt>
    <dgm:pt modelId="{8B9FDED3-32CD-40FC-AD7E-CEA56BF50DE0}" type="sibTrans" cxnId="{73E04D96-BB2C-4F47-BD18-FDC021A4ACB5}">
      <dgm:prSet/>
      <dgm:spPr/>
      <dgm:t>
        <a:bodyPr/>
        <a:lstStyle/>
        <a:p>
          <a:endParaRPr lang="en-US"/>
        </a:p>
      </dgm:t>
    </dgm:pt>
    <dgm:pt modelId="{CB15147E-02FF-46BD-A31D-D20CF4ABA9F1}">
      <dgm:prSet/>
      <dgm:spPr/>
      <dgm:t>
        <a:bodyPr/>
        <a:lstStyle/>
        <a:p>
          <a:r>
            <a:rPr lang="es-CL" b="1" i="0" baseline="0"/>
            <a:t>Aplicaciones en detección de anomalías financieras:</a:t>
          </a:r>
          <a:r>
            <a:rPr lang="es-CL" b="0" i="0" baseline="0"/>
            <a:t> </a:t>
          </a:r>
          <a:endParaRPr lang="en-US"/>
        </a:p>
      </dgm:t>
    </dgm:pt>
    <dgm:pt modelId="{E0CDE4EF-BBB1-43CA-93A7-5AEC9FFAF4D8}" type="parTrans" cxnId="{6A822EA1-2748-4F69-A179-AFC336974BDF}">
      <dgm:prSet/>
      <dgm:spPr/>
      <dgm:t>
        <a:bodyPr/>
        <a:lstStyle/>
        <a:p>
          <a:endParaRPr lang="en-US"/>
        </a:p>
      </dgm:t>
    </dgm:pt>
    <dgm:pt modelId="{2D015068-FC10-4BAD-B69C-17E1F485DD4E}" type="sibTrans" cxnId="{6A822EA1-2748-4F69-A179-AFC336974BDF}">
      <dgm:prSet/>
      <dgm:spPr/>
      <dgm:t>
        <a:bodyPr/>
        <a:lstStyle/>
        <a:p>
          <a:endParaRPr lang="en-US"/>
        </a:p>
      </dgm:t>
    </dgm:pt>
    <dgm:pt modelId="{BBE89FF5-1D6C-409F-B27C-B64FF601F9F3}">
      <dgm:prSet/>
      <dgm:spPr/>
      <dgm:t>
        <a:bodyPr/>
        <a:lstStyle/>
        <a:p>
          <a:r>
            <a:rPr lang="es-CL" b="0" i="0" baseline="0"/>
            <a:t>Shiraj, M.B. et al. (2024). </a:t>
          </a:r>
          <a:r>
            <a:rPr lang="es-CL" b="0" i="1" baseline="0"/>
            <a:t>Anomaly detection in financial time series data via mapper algorithm and DBSCAN clustering</a:t>
          </a:r>
          <a:r>
            <a:rPr lang="es-CL" b="0" i="0" baseline="0"/>
            <a:t>. World Journal of Advanced Engineering Technology and Sciences, 13(01), 70–84.</a:t>
          </a:r>
          <a:br>
            <a:rPr lang="es-CL" b="0" i="0" baseline="0"/>
          </a:br>
          <a:r>
            <a:rPr lang="es-CL" b="0" i="0" baseline="0">
              <a:hlinkClick xmlns:r="http://schemas.openxmlformats.org/officeDocument/2006/relationships" r:id="rId2"/>
            </a:rPr>
            <a:t>PDF</a:t>
          </a:r>
          <a:r>
            <a:rPr lang="es-CL" b="0" i="0" baseline="0"/>
            <a:t> </a:t>
          </a:r>
          <a:r>
            <a:rPr lang="es-CL" b="0" i="0" baseline="0">
              <a:hlinkClick xmlns:r="http://schemas.openxmlformats.org/officeDocument/2006/relationships" r:id="rId2"/>
            </a:rPr>
            <a:t>[wjaets.com]</a:t>
          </a:r>
          <a:r>
            <a:rPr lang="es-CL" b="0" i="0" baseline="0"/>
            <a:t> </a:t>
          </a:r>
          <a:endParaRPr lang="en-US"/>
        </a:p>
      </dgm:t>
    </dgm:pt>
    <dgm:pt modelId="{3342DAB1-41B3-4BE4-A04D-C78C98CFE417}" type="parTrans" cxnId="{AA7BB0CE-E38E-4C3B-9FAF-3BF7BF9C90BC}">
      <dgm:prSet/>
      <dgm:spPr/>
      <dgm:t>
        <a:bodyPr/>
        <a:lstStyle/>
        <a:p>
          <a:endParaRPr lang="en-US"/>
        </a:p>
      </dgm:t>
    </dgm:pt>
    <dgm:pt modelId="{72C05EEB-1EE3-41C6-8D02-78074D2E82A8}" type="sibTrans" cxnId="{AA7BB0CE-E38E-4C3B-9FAF-3BF7BF9C90BC}">
      <dgm:prSet/>
      <dgm:spPr/>
      <dgm:t>
        <a:bodyPr/>
        <a:lstStyle/>
        <a:p>
          <a:endParaRPr lang="en-US"/>
        </a:p>
      </dgm:t>
    </dgm:pt>
    <dgm:pt modelId="{B18EC111-A943-4577-9ABB-233ABAC910BD}">
      <dgm:prSet/>
      <dgm:spPr/>
      <dgm:t>
        <a:bodyPr/>
        <a:lstStyle/>
        <a:p>
          <a:r>
            <a:rPr lang="es-CL" b="1" i="0" baseline="0"/>
            <a:t>HDBSCAN en series financieras:</a:t>
          </a:r>
          <a:r>
            <a:rPr lang="es-CL" b="0" i="0" baseline="0"/>
            <a:t> </a:t>
          </a:r>
          <a:endParaRPr lang="en-US"/>
        </a:p>
      </dgm:t>
    </dgm:pt>
    <dgm:pt modelId="{9C011C45-19E3-4CF7-BCBA-571B29D283F7}" type="parTrans" cxnId="{0F25AE66-ECAD-4D15-B94E-CFC8DCF47895}">
      <dgm:prSet/>
      <dgm:spPr/>
      <dgm:t>
        <a:bodyPr/>
        <a:lstStyle/>
        <a:p>
          <a:endParaRPr lang="en-US"/>
        </a:p>
      </dgm:t>
    </dgm:pt>
    <dgm:pt modelId="{84BAFE8C-D438-4BD2-8010-F8F83FBE2882}" type="sibTrans" cxnId="{0F25AE66-ECAD-4D15-B94E-CFC8DCF47895}">
      <dgm:prSet/>
      <dgm:spPr/>
      <dgm:t>
        <a:bodyPr/>
        <a:lstStyle/>
        <a:p>
          <a:endParaRPr lang="en-US"/>
        </a:p>
      </dgm:t>
    </dgm:pt>
    <dgm:pt modelId="{B8DFAE97-95AB-4BB9-817E-4860D2A1ACB5}">
      <dgm:prSet/>
      <dgm:spPr/>
      <dgm:t>
        <a:bodyPr/>
        <a:lstStyle/>
        <a:p>
          <a:r>
            <a:rPr lang="es-CL" b="0" i="0" baseline="0"/>
            <a:t>Stewart, G. &amp; Al-Khassaweneh, M. (2022). </a:t>
          </a:r>
          <a:r>
            <a:rPr lang="es-CL" b="0" i="1" baseline="0"/>
            <a:t>An Implementation of the HDBSCAN</a:t>
          </a:r>
          <a:r>
            <a:rPr lang="es-CL" b="0" i="0" baseline="0"/>
            <a:t> Clustering Algorithm*. Applied Sciences, 12, 2405.</a:t>
          </a:r>
          <a:br>
            <a:rPr lang="es-CL" b="0" i="0" baseline="0"/>
          </a:br>
          <a:r>
            <a:rPr lang="es-CL" b="0" i="0" baseline="0">
              <a:hlinkClick xmlns:r="http://schemas.openxmlformats.org/officeDocument/2006/relationships" r:id="rId3"/>
            </a:rPr>
            <a:t>PDF</a:t>
          </a:r>
          <a:r>
            <a:rPr lang="es-CL" b="0" i="0" baseline="0"/>
            <a:t> </a:t>
          </a:r>
          <a:r>
            <a:rPr lang="es-CL" b="0" i="0" baseline="0">
              <a:hlinkClick xmlns:r="http://schemas.openxmlformats.org/officeDocument/2006/relationships" r:id="rId3"/>
            </a:rPr>
            <a:t>[researchgate.net]</a:t>
          </a:r>
          <a:endParaRPr lang="en-US"/>
        </a:p>
      </dgm:t>
    </dgm:pt>
    <dgm:pt modelId="{76BBFCA4-2C00-48F0-9C40-ECEEFA0A3EC1}" type="parTrans" cxnId="{587AF512-02DF-4B38-A5BA-0E1F1E5F9E06}">
      <dgm:prSet/>
      <dgm:spPr/>
      <dgm:t>
        <a:bodyPr/>
        <a:lstStyle/>
        <a:p>
          <a:endParaRPr lang="en-US"/>
        </a:p>
      </dgm:t>
    </dgm:pt>
    <dgm:pt modelId="{69C9F3ED-585E-4FE4-BDC7-D1677175C955}" type="sibTrans" cxnId="{587AF512-02DF-4B38-A5BA-0E1F1E5F9E06}">
      <dgm:prSet/>
      <dgm:spPr/>
      <dgm:t>
        <a:bodyPr/>
        <a:lstStyle/>
        <a:p>
          <a:endParaRPr lang="en-US"/>
        </a:p>
      </dgm:t>
    </dgm:pt>
    <dgm:pt modelId="{3674BEF8-6041-4861-AD32-F27D00A20655}" type="pres">
      <dgm:prSet presAssocID="{29AABC69-2E9D-49D6-A21E-10CBCAAEA6F7}" presName="root" presStyleCnt="0">
        <dgm:presLayoutVars>
          <dgm:dir/>
          <dgm:resizeHandles val="exact"/>
        </dgm:presLayoutVars>
      </dgm:prSet>
      <dgm:spPr/>
    </dgm:pt>
    <dgm:pt modelId="{A751796C-F103-45F2-B006-1CE244652CF3}" type="pres">
      <dgm:prSet presAssocID="{29AABC69-2E9D-49D6-A21E-10CBCAAEA6F7}" presName="container" presStyleCnt="0">
        <dgm:presLayoutVars>
          <dgm:dir/>
          <dgm:resizeHandles val="exact"/>
        </dgm:presLayoutVars>
      </dgm:prSet>
      <dgm:spPr/>
    </dgm:pt>
    <dgm:pt modelId="{57BA4511-8A36-4827-982D-06983FE399C1}" type="pres">
      <dgm:prSet presAssocID="{4FF80C16-4A9F-4C97-8660-8B33A31FC842}" presName="compNode" presStyleCnt="0"/>
      <dgm:spPr/>
    </dgm:pt>
    <dgm:pt modelId="{9DB7F11E-7D21-4F8E-B362-74B890D8340A}" type="pres">
      <dgm:prSet presAssocID="{4FF80C16-4A9F-4C97-8660-8B33A31FC842}" presName="iconBgRect" presStyleLbl="bgShp" presStyleIdx="0" presStyleCnt="6"/>
      <dgm:spPr/>
    </dgm:pt>
    <dgm:pt modelId="{0A9C27A5-4638-40F3-B751-DDBE91FB0545}" type="pres">
      <dgm:prSet presAssocID="{4FF80C16-4A9F-4C97-8660-8B33A31FC842}" presName="iconRect" presStyleLbl="node1" presStyleIdx="0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476C26F8-A195-41FD-8888-A762B3CA2651}" type="pres">
      <dgm:prSet presAssocID="{4FF80C16-4A9F-4C97-8660-8B33A31FC842}" presName="spaceRect" presStyleCnt="0"/>
      <dgm:spPr/>
    </dgm:pt>
    <dgm:pt modelId="{A102B803-71B3-4EED-9264-2CE807177A88}" type="pres">
      <dgm:prSet presAssocID="{4FF80C16-4A9F-4C97-8660-8B33A31FC842}" presName="textRect" presStyleLbl="revTx" presStyleIdx="0" presStyleCnt="6">
        <dgm:presLayoutVars>
          <dgm:chMax val="1"/>
          <dgm:chPref val="1"/>
        </dgm:presLayoutVars>
      </dgm:prSet>
      <dgm:spPr/>
    </dgm:pt>
    <dgm:pt modelId="{BEFE9D2B-B8EE-4440-9E10-E0A8929FF3E6}" type="pres">
      <dgm:prSet presAssocID="{DD67AF41-24B0-4B7E-B732-3E266874260D}" presName="sibTrans" presStyleLbl="sibTrans2D1" presStyleIdx="0" presStyleCnt="0"/>
      <dgm:spPr/>
    </dgm:pt>
    <dgm:pt modelId="{D4CBEC31-A1A8-4448-A430-5113DDE93CD2}" type="pres">
      <dgm:prSet presAssocID="{357F45E0-C1F8-4C59-999B-6D5CAB717F78}" presName="compNode" presStyleCnt="0"/>
      <dgm:spPr/>
    </dgm:pt>
    <dgm:pt modelId="{F49AAB51-2256-455C-BC1E-1BC79E70286F}" type="pres">
      <dgm:prSet presAssocID="{357F45E0-C1F8-4C59-999B-6D5CAB717F78}" presName="iconBgRect" presStyleLbl="bgShp" presStyleIdx="1" presStyleCnt="6"/>
      <dgm:spPr/>
    </dgm:pt>
    <dgm:pt modelId="{79AC2E6B-6CE1-4DEC-BDC1-EF44552E9922}" type="pres">
      <dgm:prSet presAssocID="{357F45E0-C1F8-4C59-999B-6D5CAB717F78}" presName="iconRect" presStyleLbl="node1" presStyleIdx="1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A9CC79A7-0ECD-49E2-8F52-AD2231E47A89}" type="pres">
      <dgm:prSet presAssocID="{357F45E0-C1F8-4C59-999B-6D5CAB717F78}" presName="spaceRect" presStyleCnt="0"/>
      <dgm:spPr/>
    </dgm:pt>
    <dgm:pt modelId="{A98B19D8-9510-466E-9E75-37F1E1C1CEBA}" type="pres">
      <dgm:prSet presAssocID="{357F45E0-C1F8-4C59-999B-6D5CAB717F78}" presName="textRect" presStyleLbl="revTx" presStyleIdx="1" presStyleCnt="6">
        <dgm:presLayoutVars>
          <dgm:chMax val="1"/>
          <dgm:chPref val="1"/>
        </dgm:presLayoutVars>
      </dgm:prSet>
      <dgm:spPr/>
    </dgm:pt>
    <dgm:pt modelId="{FC5E8F4E-BE47-4BD8-8107-5F32E7E97921}" type="pres">
      <dgm:prSet presAssocID="{8B9FDED3-32CD-40FC-AD7E-CEA56BF50DE0}" presName="sibTrans" presStyleLbl="sibTrans2D1" presStyleIdx="0" presStyleCnt="0"/>
      <dgm:spPr/>
    </dgm:pt>
    <dgm:pt modelId="{2829397D-35AC-42F6-8AA0-8E8826D0E689}" type="pres">
      <dgm:prSet presAssocID="{CB15147E-02FF-46BD-A31D-D20CF4ABA9F1}" presName="compNode" presStyleCnt="0"/>
      <dgm:spPr/>
    </dgm:pt>
    <dgm:pt modelId="{E2B7ACEB-30E4-49BF-9F49-2F88BBA32267}" type="pres">
      <dgm:prSet presAssocID="{CB15147E-02FF-46BD-A31D-D20CF4ABA9F1}" presName="iconBgRect" presStyleLbl="bgShp" presStyleIdx="2" presStyleCnt="6"/>
      <dgm:spPr/>
    </dgm:pt>
    <dgm:pt modelId="{F1D14CFB-1A9C-4DB6-84CA-B335355774A0}" type="pres">
      <dgm:prSet presAssocID="{CB15147E-02FF-46BD-A31D-D20CF4ABA9F1}" presName="iconRect" presStyleLbl="node1" presStyleIdx="2" presStyleCnt="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5977ED2-C478-4E78-A5A7-9B51660BF42F}" type="pres">
      <dgm:prSet presAssocID="{CB15147E-02FF-46BD-A31D-D20CF4ABA9F1}" presName="spaceRect" presStyleCnt="0"/>
      <dgm:spPr/>
    </dgm:pt>
    <dgm:pt modelId="{0709C12E-E02E-444A-B90C-10866D31F511}" type="pres">
      <dgm:prSet presAssocID="{CB15147E-02FF-46BD-A31D-D20CF4ABA9F1}" presName="textRect" presStyleLbl="revTx" presStyleIdx="2" presStyleCnt="6">
        <dgm:presLayoutVars>
          <dgm:chMax val="1"/>
          <dgm:chPref val="1"/>
        </dgm:presLayoutVars>
      </dgm:prSet>
      <dgm:spPr/>
    </dgm:pt>
    <dgm:pt modelId="{10496BD9-E21F-4941-9B01-0A01D1A4C9FB}" type="pres">
      <dgm:prSet presAssocID="{2D015068-FC10-4BAD-B69C-17E1F485DD4E}" presName="sibTrans" presStyleLbl="sibTrans2D1" presStyleIdx="0" presStyleCnt="0"/>
      <dgm:spPr/>
    </dgm:pt>
    <dgm:pt modelId="{CF1981E0-4FF4-4808-ADC9-67911F91BC95}" type="pres">
      <dgm:prSet presAssocID="{BBE89FF5-1D6C-409F-B27C-B64FF601F9F3}" presName="compNode" presStyleCnt="0"/>
      <dgm:spPr/>
    </dgm:pt>
    <dgm:pt modelId="{84CCB395-7D4F-4114-B000-B1C476C85E4E}" type="pres">
      <dgm:prSet presAssocID="{BBE89FF5-1D6C-409F-B27C-B64FF601F9F3}" presName="iconBgRect" presStyleLbl="bgShp" presStyleIdx="3" presStyleCnt="6"/>
      <dgm:spPr/>
    </dgm:pt>
    <dgm:pt modelId="{88BAB1F9-CEF5-4553-8053-534A2591F1CC}" type="pres">
      <dgm:prSet presAssocID="{BBE89FF5-1D6C-409F-B27C-B64FF601F9F3}" presName="iconRect" presStyleLbl="node1" presStyleIdx="3" presStyleCnt="6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25DA9BD0-2240-49B5-BFB0-8CAE7C9EA02A}" type="pres">
      <dgm:prSet presAssocID="{BBE89FF5-1D6C-409F-B27C-B64FF601F9F3}" presName="spaceRect" presStyleCnt="0"/>
      <dgm:spPr/>
    </dgm:pt>
    <dgm:pt modelId="{74A0060E-DF72-4C79-BB11-A92A5A078DD3}" type="pres">
      <dgm:prSet presAssocID="{BBE89FF5-1D6C-409F-B27C-B64FF601F9F3}" presName="textRect" presStyleLbl="revTx" presStyleIdx="3" presStyleCnt="6">
        <dgm:presLayoutVars>
          <dgm:chMax val="1"/>
          <dgm:chPref val="1"/>
        </dgm:presLayoutVars>
      </dgm:prSet>
      <dgm:spPr/>
    </dgm:pt>
    <dgm:pt modelId="{88CFBEF2-43C7-4F5F-9931-51B5CBE11364}" type="pres">
      <dgm:prSet presAssocID="{72C05EEB-1EE3-41C6-8D02-78074D2E82A8}" presName="sibTrans" presStyleLbl="sibTrans2D1" presStyleIdx="0" presStyleCnt="0"/>
      <dgm:spPr/>
    </dgm:pt>
    <dgm:pt modelId="{F3A037FE-223C-4BEE-B395-56E9788A8026}" type="pres">
      <dgm:prSet presAssocID="{B18EC111-A943-4577-9ABB-233ABAC910BD}" presName="compNode" presStyleCnt="0"/>
      <dgm:spPr/>
    </dgm:pt>
    <dgm:pt modelId="{3E4AC1E0-5C52-405A-80FB-63F3694D68C2}" type="pres">
      <dgm:prSet presAssocID="{B18EC111-A943-4577-9ABB-233ABAC910BD}" presName="iconBgRect" presStyleLbl="bgShp" presStyleIdx="4" presStyleCnt="6"/>
      <dgm:spPr/>
    </dgm:pt>
    <dgm:pt modelId="{78D89A97-9A0E-4A38-A6ED-F1ACAFFCFC9A}" type="pres">
      <dgm:prSet presAssocID="{B18EC111-A943-4577-9ABB-233ABAC910BD}" presName="iconRect" presStyleLbl="node1" presStyleIdx="4" presStyleCnt="6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FF7B43ED-385E-4EC4-9915-677FB4C28CE8}" type="pres">
      <dgm:prSet presAssocID="{B18EC111-A943-4577-9ABB-233ABAC910BD}" presName="spaceRect" presStyleCnt="0"/>
      <dgm:spPr/>
    </dgm:pt>
    <dgm:pt modelId="{2AD2F87D-8322-4980-A590-397BABA9A89C}" type="pres">
      <dgm:prSet presAssocID="{B18EC111-A943-4577-9ABB-233ABAC910BD}" presName="textRect" presStyleLbl="revTx" presStyleIdx="4" presStyleCnt="6">
        <dgm:presLayoutVars>
          <dgm:chMax val="1"/>
          <dgm:chPref val="1"/>
        </dgm:presLayoutVars>
      </dgm:prSet>
      <dgm:spPr/>
    </dgm:pt>
    <dgm:pt modelId="{830ABEF5-96BF-4CFC-9273-2B9DAB46569B}" type="pres">
      <dgm:prSet presAssocID="{84BAFE8C-D438-4BD2-8010-F8F83FBE2882}" presName="sibTrans" presStyleLbl="sibTrans2D1" presStyleIdx="0" presStyleCnt="0"/>
      <dgm:spPr/>
    </dgm:pt>
    <dgm:pt modelId="{0801D5A8-CB5E-4E8D-BC17-CBAABAA6DD87}" type="pres">
      <dgm:prSet presAssocID="{B8DFAE97-95AB-4BB9-817E-4860D2A1ACB5}" presName="compNode" presStyleCnt="0"/>
      <dgm:spPr/>
    </dgm:pt>
    <dgm:pt modelId="{0D2819F0-226C-422A-AF00-614793EF5362}" type="pres">
      <dgm:prSet presAssocID="{B8DFAE97-95AB-4BB9-817E-4860D2A1ACB5}" presName="iconBgRect" presStyleLbl="bgShp" presStyleIdx="5" presStyleCnt="6"/>
      <dgm:spPr/>
    </dgm:pt>
    <dgm:pt modelId="{A9E65D40-9B01-43BB-808A-BE40AFB4EC82}" type="pres">
      <dgm:prSet presAssocID="{B8DFAE97-95AB-4BB9-817E-4860D2A1ACB5}" presName="iconRect" presStyleLbl="node1" presStyleIdx="5" presStyleCnt="6"/>
      <dgm:spPr>
        <a:blipFill>
          <a:blip xmlns:r="http://schemas.openxmlformats.org/officeDocument/2006/relationships"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nta"/>
        </a:ext>
      </dgm:extLst>
    </dgm:pt>
    <dgm:pt modelId="{2DADDBFC-81D9-46DA-83A1-882DBF6978B7}" type="pres">
      <dgm:prSet presAssocID="{B8DFAE97-95AB-4BB9-817E-4860D2A1ACB5}" presName="spaceRect" presStyleCnt="0"/>
      <dgm:spPr/>
    </dgm:pt>
    <dgm:pt modelId="{8BF37094-CCA1-46DB-80BD-AE988B9793CC}" type="pres">
      <dgm:prSet presAssocID="{B8DFAE97-95AB-4BB9-817E-4860D2A1ACB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341480C-0D45-4FC4-A6B7-A7ED5A6CF762}" type="presOf" srcId="{8B9FDED3-32CD-40FC-AD7E-CEA56BF50DE0}" destId="{FC5E8F4E-BE47-4BD8-8107-5F32E7E97921}" srcOrd="0" destOrd="0" presId="urn:microsoft.com/office/officeart/2018/2/layout/IconCircleList"/>
    <dgm:cxn modelId="{5372E811-78BD-4DC8-86E1-ECE77C0CE0BD}" type="presOf" srcId="{2D015068-FC10-4BAD-B69C-17E1F485DD4E}" destId="{10496BD9-E21F-4941-9B01-0A01D1A4C9FB}" srcOrd="0" destOrd="0" presId="urn:microsoft.com/office/officeart/2018/2/layout/IconCircleList"/>
    <dgm:cxn modelId="{587AF512-02DF-4B38-A5BA-0E1F1E5F9E06}" srcId="{29AABC69-2E9D-49D6-A21E-10CBCAAEA6F7}" destId="{B8DFAE97-95AB-4BB9-817E-4860D2A1ACB5}" srcOrd="5" destOrd="0" parTransId="{76BBFCA4-2C00-48F0-9C40-ECEEFA0A3EC1}" sibTransId="{69C9F3ED-585E-4FE4-BDC7-D1677175C955}"/>
    <dgm:cxn modelId="{CE284C26-A72B-42B1-9114-DC3D24625167}" type="presOf" srcId="{84BAFE8C-D438-4BD2-8010-F8F83FBE2882}" destId="{830ABEF5-96BF-4CFC-9273-2B9DAB46569B}" srcOrd="0" destOrd="0" presId="urn:microsoft.com/office/officeart/2018/2/layout/IconCircleList"/>
    <dgm:cxn modelId="{10374035-1604-4C00-9397-84082A7BA750}" type="presOf" srcId="{29AABC69-2E9D-49D6-A21E-10CBCAAEA6F7}" destId="{3674BEF8-6041-4861-AD32-F27D00A20655}" srcOrd="0" destOrd="0" presId="urn:microsoft.com/office/officeart/2018/2/layout/IconCircleList"/>
    <dgm:cxn modelId="{0F25AE66-ECAD-4D15-B94E-CFC8DCF47895}" srcId="{29AABC69-2E9D-49D6-A21E-10CBCAAEA6F7}" destId="{B18EC111-A943-4577-9ABB-233ABAC910BD}" srcOrd="4" destOrd="0" parTransId="{9C011C45-19E3-4CF7-BCBA-571B29D283F7}" sibTransId="{84BAFE8C-D438-4BD2-8010-F8F83FBE2882}"/>
    <dgm:cxn modelId="{E0092E4B-00D6-46FB-B3CA-0FF15DC04A57}" type="presOf" srcId="{BBE89FF5-1D6C-409F-B27C-B64FF601F9F3}" destId="{74A0060E-DF72-4C79-BB11-A92A5A078DD3}" srcOrd="0" destOrd="0" presId="urn:microsoft.com/office/officeart/2018/2/layout/IconCircleList"/>
    <dgm:cxn modelId="{A355B870-E7B6-40DD-A319-F55BE30BA8E6}" type="presOf" srcId="{B8DFAE97-95AB-4BB9-817E-4860D2A1ACB5}" destId="{8BF37094-CCA1-46DB-80BD-AE988B9793CC}" srcOrd="0" destOrd="0" presId="urn:microsoft.com/office/officeart/2018/2/layout/IconCircleList"/>
    <dgm:cxn modelId="{3CD6A172-44C7-43A7-B291-D74A632F6D34}" type="presOf" srcId="{72C05EEB-1EE3-41C6-8D02-78074D2E82A8}" destId="{88CFBEF2-43C7-4F5F-9931-51B5CBE11364}" srcOrd="0" destOrd="0" presId="urn:microsoft.com/office/officeart/2018/2/layout/IconCircleList"/>
    <dgm:cxn modelId="{80F89581-6C27-40A7-8E2C-8FD8D4DE0C48}" type="presOf" srcId="{357F45E0-C1F8-4C59-999B-6D5CAB717F78}" destId="{A98B19D8-9510-466E-9E75-37F1E1C1CEBA}" srcOrd="0" destOrd="0" presId="urn:microsoft.com/office/officeart/2018/2/layout/IconCircleList"/>
    <dgm:cxn modelId="{BAC61C82-EDED-4FFE-8512-8D764FEB9389}" type="presOf" srcId="{B18EC111-A943-4577-9ABB-233ABAC910BD}" destId="{2AD2F87D-8322-4980-A590-397BABA9A89C}" srcOrd="0" destOrd="0" presId="urn:microsoft.com/office/officeart/2018/2/layout/IconCircleList"/>
    <dgm:cxn modelId="{953A698A-2C42-46AC-9CD5-749448206935}" type="presOf" srcId="{4FF80C16-4A9F-4C97-8660-8B33A31FC842}" destId="{A102B803-71B3-4EED-9264-2CE807177A88}" srcOrd="0" destOrd="0" presId="urn:microsoft.com/office/officeart/2018/2/layout/IconCircleList"/>
    <dgm:cxn modelId="{BF75B590-2521-4253-80A6-BEFB93B8AFC0}" srcId="{29AABC69-2E9D-49D6-A21E-10CBCAAEA6F7}" destId="{4FF80C16-4A9F-4C97-8660-8B33A31FC842}" srcOrd="0" destOrd="0" parTransId="{635CA56D-43D0-474B-86E4-FBB335294960}" sibTransId="{DD67AF41-24B0-4B7E-B732-3E266874260D}"/>
    <dgm:cxn modelId="{73E04D96-BB2C-4F47-BD18-FDC021A4ACB5}" srcId="{29AABC69-2E9D-49D6-A21E-10CBCAAEA6F7}" destId="{357F45E0-C1F8-4C59-999B-6D5CAB717F78}" srcOrd="1" destOrd="0" parTransId="{9C6EFC28-A627-4256-9FC8-0E4C61D87645}" sibTransId="{8B9FDED3-32CD-40FC-AD7E-CEA56BF50DE0}"/>
    <dgm:cxn modelId="{6A822EA1-2748-4F69-A179-AFC336974BDF}" srcId="{29AABC69-2E9D-49D6-A21E-10CBCAAEA6F7}" destId="{CB15147E-02FF-46BD-A31D-D20CF4ABA9F1}" srcOrd="2" destOrd="0" parTransId="{E0CDE4EF-BBB1-43CA-93A7-5AEC9FFAF4D8}" sibTransId="{2D015068-FC10-4BAD-B69C-17E1F485DD4E}"/>
    <dgm:cxn modelId="{747D7EA4-F181-43E8-B729-1C09929849F8}" type="presOf" srcId="{DD67AF41-24B0-4B7E-B732-3E266874260D}" destId="{BEFE9D2B-B8EE-4440-9E10-E0A8929FF3E6}" srcOrd="0" destOrd="0" presId="urn:microsoft.com/office/officeart/2018/2/layout/IconCircleList"/>
    <dgm:cxn modelId="{AA7BB0CE-E38E-4C3B-9FAF-3BF7BF9C90BC}" srcId="{29AABC69-2E9D-49D6-A21E-10CBCAAEA6F7}" destId="{BBE89FF5-1D6C-409F-B27C-B64FF601F9F3}" srcOrd="3" destOrd="0" parTransId="{3342DAB1-41B3-4BE4-A04D-C78C98CFE417}" sibTransId="{72C05EEB-1EE3-41C6-8D02-78074D2E82A8}"/>
    <dgm:cxn modelId="{19290DEC-7EA2-4990-ACCE-0B4FF38771BD}" type="presOf" srcId="{CB15147E-02FF-46BD-A31D-D20CF4ABA9F1}" destId="{0709C12E-E02E-444A-B90C-10866D31F511}" srcOrd="0" destOrd="0" presId="urn:microsoft.com/office/officeart/2018/2/layout/IconCircleList"/>
    <dgm:cxn modelId="{45BC9E18-5049-4241-A952-B54D8C7AB1E5}" type="presParOf" srcId="{3674BEF8-6041-4861-AD32-F27D00A20655}" destId="{A751796C-F103-45F2-B006-1CE244652CF3}" srcOrd="0" destOrd="0" presId="urn:microsoft.com/office/officeart/2018/2/layout/IconCircleList"/>
    <dgm:cxn modelId="{7B2DF4DD-E3F8-42D4-BDE2-13C67148ACEE}" type="presParOf" srcId="{A751796C-F103-45F2-B006-1CE244652CF3}" destId="{57BA4511-8A36-4827-982D-06983FE399C1}" srcOrd="0" destOrd="0" presId="urn:microsoft.com/office/officeart/2018/2/layout/IconCircleList"/>
    <dgm:cxn modelId="{728DCA32-79C4-4EFC-8A37-4F9B9E44E6C1}" type="presParOf" srcId="{57BA4511-8A36-4827-982D-06983FE399C1}" destId="{9DB7F11E-7D21-4F8E-B362-74B890D8340A}" srcOrd="0" destOrd="0" presId="urn:microsoft.com/office/officeart/2018/2/layout/IconCircleList"/>
    <dgm:cxn modelId="{6D9F30CF-72C8-45F9-BC22-F450E0E6B558}" type="presParOf" srcId="{57BA4511-8A36-4827-982D-06983FE399C1}" destId="{0A9C27A5-4638-40F3-B751-DDBE91FB0545}" srcOrd="1" destOrd="0" presId="urn:microsoft.com/office/officeart/2018/2/layout/IconCircleList"/>
    <dgm:cxn modelId="{DE436795-8400-4306-B152-27C7CB05F6B0}" type="presParOf" srcId="{57BA4511-8A36-4827-982D-06983FE399C1}" destId="{476C26F8-A195-41FD-8888-A762B3CA2651}" srcOrd="2" destOrd="0" presId="urn:microsoft.com/office/officeart/2018/2/layout/IconCircleList"/>
    <dgm:cxn modelId="{0195B261-AD50-47CE-A3EA-676A6F4CB7DA}" type="presParOf" srcId="{57BA4511-8A36-4827-982D-06983FE399C1}" destId="{A102B803-71B3-4EED-9264-2CE807177A88}" srcOrd="3" destOrd="0" presId="urn:microsoft.com/office/officeart/2018/2/layout/IconCircleList"/>
    <dgm:cxn modelId="{AADF9CEA-BBDB-482F-9255-F41BD5331E17}" type="presParOf" srcId="{A751796C-F103-45F2-B006-1CE244652CF3}" destId="{BEFE9D2B-B8EE-4440-9E10-E0A8929FF3E6}" srcOrd="1" destOrd="0" presId="urn:microsoft.com/office/officeart/2018/2/layout/IconCircleList"/>
    <dgm:cxn modelId="{20586ED5-EC0B-4BDD-95A1-87355B6016CD}" type="presParOf" srcId="{A751796C-F103-45F2-B006-1CE244652CF3}" destId="{D4CBEC31-A1A8-4448-A430-5113DDE93CD2}" srcOrd="2" destOrd="0" presId="urn:microsoft.com/office/officeart/2018/2/layout/IconCircleList"/>
    <dgm:cxn modelId="{23B65513-F6C3-46E5-9FBA-DCA1EF39BE0C}" type="presParOf" srcId="{D4CBEC31-A1A8-4448-A430-5113DDE93CD2}" destId="{F49AAB51-2256-455C-BC1E-1BC79E70286F}" srcOrd="0" destOrd="0" presId="urn:microsoft.com/office/officeart/2018/2/layout/IconCircleList"/>
    <dgm:cxn modelId="{CE094205-BB37-46B6-B35C-63CF562EE329}" type="presParOf" srcId="{D4CBEC31-A1A8-4448-A430-5113DDE93CD2}" destId="{79AC2E6B-6CE1-4DEC-BDC1-EF44552E9922}" srcOrd="1" destOrd="0" presId="urn:microsoft.com/office/officeart/2018/2/layout/IconCircleList"/>
    <dgm:cxn modelId="{EEF52091-F34D-4621-BF78-8ACDF145597A}" type="presParOf" srcId="{D4CBEC31-A1A8-4448-A430-5113DDE93CD2}" destId="{A9CC79A7-0ECD-49E2-8F52-AD2231E47A89}" srcOrd="2" destOrd="0" presId="urn:microsoft.com/office/officeart/2018/2/layout/IconCircleList"/>
    <dgm:cxn modelId="{DAEB320B-D0E2-4614-96FA-F9272427F2CD}" type="presParOf" srcId="{D4CBEC31-A1A8-4448-A430-5113DDE93CD2}" destId="{A98B19D8-9510-466E-9E75-37F1E1C1CEBA}" srcOrd="3" destOrd="0" presId="urn:microsoft.com/office/officeart/2018/2/layout/IconCircleList"/>
    <dgm:cxn modelId="{775C9E84-AD29-48B7-91E2-DD4B2E02939E}" type="presParOf" srcId="{A751796C-F103-45F2-B006-1CE244652CF3}" destId="{FC5E8F4E-BE47-4BD8-8107-5F32E7E97921}" srcOrd="3" destOrd="0" presId="urn:microsoft.com/office/officeart/2018/2/layout/IconCircleList"/>
    <dgm:cxn modelId="{B05AFEB8-B775-4041-B60B-375506281221}" type="presParOf" srcId="{A751796C-F103-45F2-B006-1CE244652CF3}" destId="{2829397D-35AC-42F6-8AA0-8E8826D0E689}" srcOrd="4" destOrd="0" presId="urn:microsoft.com/office/officeart/2018/2/layout/IconCircleList"/>
    <dgm:cxn modelId="{40BED73B-70AB-41D0-A2B7-E2C83938B986}" type="presParOf" srcId="{2829397D-35AC-42F6-8AA0-8E8826D0E689}" destId="{E2B7ACEB-30E4-49BF-9F49-2F88BBA32267}" srcOrd="0" destOrd="0" presId="urn:microsoft.com/office/officeart/2018/2/layout/IconCircleList"/>
    <dgm:cxn modelId="{504E3C6E-FD1E-42CF-84B9-96F2D7B4708E}" type="presParOf" srcId="{2829397D-35AC-42F6-8AA0-8E8826D0E689}" destId="{F1D14CFB-1A9C-4DB6-84CA-B335355774A0}" srcOrd="1" destOrd="0" presId="urn:microsoft.com/office/officeart/2018/2/layout/IconCircleList"/>
    <dgm:cxn modelId="{614C8755-860C-4CC5-8A8A-0B4B03BD56E2}" type="presParOf" srcId="{2829397D-35AC-42F6-8AA0-8E8826D0E689}" destId="{05977ED2-C478-4E78-A5A7-9B51660BF42F}" srcOrd="2" destOrd="0" presId="urn:microsoft.com/office/officeart/2018/2/layout/IconCircleList"/>
    <dgm:cxn modelId="{7DE5DFEB-727F-4BA1-A12E-54EBB1EFC4F3}" type="presParOf" srcId="{2829397D-35AC-42F6-8AA0-8E8826D0E689}" destId="{0709C12E-E02E-444A-B90C-10866D31F511}" srcOrd="3" destOrd="0" presId="urn:microsoft.com/office/officeart/2018/2/layout/IconCircleList"/>
    <dgm:cxn modelId="{E00F4F9F-2F70-43DF-A694-EBFD28A0CDB8}" type="presParOf" srcId="{A751796C-F103-45F2-B006-1CE244652CF3}" destId="{10496BD9-E21F-4941-9B01-0A01D1A4C9FB}" srcOrd="5" destOrd="0" presId="urn:microsoft.com/office/officeart/2018/2/layout/IconCircleList"/>
    <dgm:cxn modelId="{864830B2-94CE-4E48-A3AA-9147B440E003}" type="presParOf" srcId="{A751796C-F103-45F2-B006-1CE244652CF3}" destId="{CF1981E0-4FF4-4808-ADC9-67911F91BC95}" srcOrd="6" destOrd="0" presId="urn:microsoft.com/office/officeart/2018/2/layout/IconCircleList"/>
    <dgm:cxn modelId="{3C9B774B-9283-435A-9013-CB39D99F478B}" type="presParOf" srcId="{CF1981E0-4FF4-4808-ADC9-67911F91BC95}" destId="{84CCB395-7D4F-4114-B000-B1C476C85E4E}" srcOrd="0" destOrd="0" presId="urn:microsoft.com/office/officeart/2018/2/layout/IconCircleList"/>
    <dgm:cxn modelId="{588827B7-D7B7-4E30-B4F0-C6CE395DCEAC}" type="presParOf" srcId="{CF1981E0-4FF4-4808-ADC9-67911F91BC95}" destId="{88BAB1F9-CEF5-4553-8053-534A2591F1CC}" srcOrd="1" destOrd="0" presId="urn:microsoft.com/office/officeart/2018/2/layout/IconCircleList"/>
    <dgm:cxn modelId="{CE46097E-F1B7-47F3-A2EF-EBFFD60E3CC1}" type="presParOf" srcId="{CF1981E0-4FF4-4808-ADC9-67911F91BC95}" destId="{25DA9BD0-2240-49B5-BFB0-8CAE7C9EA02A}" srcOrd="2" destOrd="0" presId="urn:microsoft.com/office/officeart/2018/2/layout/IconCircleList"/>
    <dgm:cxn modelId="{3085D5DA-9C7C-4DA4-BF7C-69A1DA1AA509}" type="presParOf" srcId="{CF1981E0-4FF4-4808-ADC9-67911F91BC95}" destId="{74A0060E-DF72-4C79-BB11-A92A5A078DD3}" srcOrd="3" destOrd="0" presId="urn:microsoft.com/office/officeart/2018/2/layout/IconCircleList"/>
    <dgm:cxn modelId="{3A9E9F42-C482-45F4-A5A1-3AE048A06345}" type="presParOf" srcId="{A751796C-F103-45F2-B006-1CE244652CF3}" destId="{88CFBEF2-43C7-4F5F-9931-51B5CBE11364}" srcOrd="7" destOrd="0" presId="urn:microsoft.com/office/officeart/2018/2/layout/IconCircleList"/>
    <dgm:cxn modelId="{B5DB584F-A0C0-485B-9B4A-4A08564B5BA4}" type="presParOf" srcId="{A751796C-F103-45F2-B006-1CE244652CF3}" destId="{F3A037FE-223C-4BEE-B395-56E9788A8026}" srcOrd="8" destOrd="0" presId="urn:microsoft.com/office/officeart/2018/2/layout/IconCircleList"/>
    <dgm:cxn modelId="{9521B87C-FA2D-4847-8869-18D2D1A3A03D}" type="presParOf" srcId="{F3A037FE-223C-4BEE-B395-56E9788A8026}" destId="{3E4AC1E0-5C52-405A-80FB-63F3694D68C2}" srcOrd="0" destOrd="0" presId="urn:microsoft.com/office/officeart/2018/2/layout/IconCircleList"/>
    <dgm:cxn modelId="{BF62D1AB-84CF-41D8-BF1E-8117CBFFAE08}" type="presParOf" srcId="{F3A037FE-223C-4BEE-B395-56E9788A8026}" destId="{78D89A97-9A0E-4A38-A6ED-F1ACAFFCFC9A}" srcOrd="1" destOrd="0" presId="urn:microsoft.com/office/officeart/2018/2/layout/IconCircleList"/>
    <dgm:cxn modelId="{E7E646F2-3E70-44EB-BB5B-3F5390FF24AB}" type="presParOf" srcId="{F3A037FE-223C-4BEE-B395-56E9788A8026}" destId="{FF7B43ED-385E-4EC4-9915-677FB4C28CE8}" srcOrd="2" destOrd="0" presId="urn:microsoft.com/office/officeart/2018/2/layout/IconCircleList"/>
    <dgm:cxn modelId="{4D971CC9-18D7-4149-A79E-563F169C55D3}" type="presParOf" srcId="{F3A037FE-223C-4BEE-B395-56E9788A8026}" destId="{2AD2F87D-8322-4980-A590-397BABA9A89C}" srcOrd="3" destOrd="0" presId="urn:microsoft.com/office/officeart/2018/2/layout/IconCircleList"/>
    <dgm:cxn modelId="{C9F80D54-4E84-4A53-8CB0-63F1C6D5CED7}" type="presParOf" srcId="{A751796C-F103-45F2-B006-1CE244652CF3}" destId="{830ABEF5-96BF-4CFC-9273-2B9DAB46569B}" srcOrd="9" destOrd="0" presId="urn:microsoft.com/office/officeart/2018/2/layout/IconCircleList"/>
    <dgm:cxn modelId="{65FA028C-4921-4719-BDB8-4219430EE329}" type="presParOf" srcId="{A751796C-F103-45F2-B006-1CE244652CF3}" destId="{0801D5A8-CB5E-4E8D-BC17-CBAABAA6DD87}" srcOrd="10" destOrd="0" presId="urn:microsoft.com/office/officeart/2018/2/layout/IconCircleList"/>
    <dgm:cxn modelId="{38DB18BD-0189-42C1-A60B-5E627A5F9E8E}" type="presParOf" srcId="{0801D5A8-CB5E-4E8D-BC17-CBAABAA6DD87}" destId="{0D2819F0-226C-422A-AF00-614793EF5362}" srcOrd="0" destOrd="0" presId="urn:microsoft.com/office/officeart/2018/2/layout/IconCircleList"/>
    <dgm:cxn modelId="{80EEA728-3CBA-4FEB-863A-28904163BF54}" type="presParOf" srcId="{0801D5A8-CB5E-4E8D-BC17-CBAABAA6DD87}" destId="{A9E65D40-9B01-43BB-808A-BE40AFB4EC82}" srcOrd="1" destOrd="0" presId="urn:microsoft.com/office/officeart/2018/2/layout/IconCircleList"/>
    <dgm:cxn modelId="{DC0A78D6-9D83-4CB8-B601-C4EEDD1805BE}" type="presParOf" srcId="{0801D5A8-CB5E-4E8D-BC17-CBAABAA6DD87}" destId="{2DADDBFC-81D9-46DA-83A1-882DBF6978B7}" srcOrd="2" destOrd="0" presId="urn:microsoft.com/office/officeart/2018/2/layout/IconCircleList"/>
    <dgm:cxn modelId="{76EB114E-580F-45E7-89E8-ACED4FE76DF5}" type="presParOf" srcId="{0801D5A8-CB5E-4E8D-BC17-CBAABAA6DD87}" destId="{8BF37094-CCA1-46DB-80BD-AE988B9793C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82C337-5E4C-4E56-AF22-95E9180ED95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9AAB6E4-681F-42AE-A579-374C0417F1FB}">
      <dgm:prSet/>
      <dgm:spPr/>
      <dgm:t>
        <a:bodyPr/>
        <a:lstStyle/>
        <a:p>
          <a:r>
            <a:rPr lang="en-US"/>
            <a:t>Clustering jerárquico aglomerativo (Ward, complete, average):</a:t>
          </a:r>
        </a:p>
      </dgm:t>
    </dgm:pt>
    <dgm:pt modelId="{9309EFBC-DD63-4069-B099-ACDFA1DF7C8D}" type="parTrans" cxnId="{979713AD-F442-4A20-B536-B89C7D6C5133}">
      <dgm:prSet/>
      <dgm:spPr/>
      <dgm:t>
        <a:bodyPr/>
        <a:lstStyle/>
        <a:p>
          <a:endParaRPr lang="en-US"/>
        </a:p>
      </dgm:t>
    </dgm:pt>
    <dgm:pt modelId="{1DDA5C1A-F66E-4034-B0E3-A92950E8E9A9}" type="sibTrans" cxnId="{979713AD-F442-4A20-B536-B89C7D6C5133}">
      <dgm:prSet/>
      <dgm:spPr/>
      <dgm:t>
        <a:bodyPr/>
        <a:lstStyle/>
        <a:p>
          <a:endParaRPr lang="en-US"/>
        </a:p>
      </dgm:t>
    </dgm:pt>
    <dgm:pt modelId="{3D81E5FF-3D7E-4F3D-8F7A-97E1D9597796}">
      <dgm:prSet/>
      <dgm:spPr/>
      <dgm:t>
        <a:bodyPr/>
        <a:lstStyle/>
        <a:p>
          <a:r>
            <a:rPr lang="en-US"/>
            <a:t>• Genera un dendrograma que permite explorar distintas granularidades.</a:t>
          </a:r>
        </a:p>
      </dgm:t>
    </dgm:pt>
    <dgm:pt modelId="{544043B6-3FD2-4509-BB15-9E049AE88275}" type="parTrans" cxnId="{165B795A-80C7-47E9-8793-C6DB152881EE}">
      <dgm:prSet/>
      <dgm:spPr/>
      <dgm:t>
        <a:bodyPr/>
        <a:lstStyle/>
        <a:p>
          <a:endParaRPr lang="en-US"/>
        </a:p>
      </dgm:t>
    </dgm:pt>
    <dgm:pt modelId="{A21092A5-E15C-4312-AE76-54D8C20E7083}" type="sibTrans" cxnId="{165B795A-80C7-47E9-8793-C6DB152881EE}">
      <dgm:prSet/>
      <dgm:spPr/>
      <dgm:t>
        <a:bodyPr/>
        <a:lstStyle/>
        <a:p>
          <a:endParaRPr lang="en-US"/>
        </a:p>
      </dgm:t>
    </dgm:pt>
    <dgm:pt modelId="{2A26920C-E66C-41DE-ABF5-F58D1DE466BA}">
      <dgm:prSet/>
      <dgm:spPr/>
      <dgm:t>
        <a:bodyPr/>
        <a:lstStyle/>
        <a:p>
          <a:r>
            <a:rPr lang="en-US"/>
            <a:t>• Bueno para estructuras anidadas (sectores → subsectores → empresas).</a:t>
          </a:r>
        </a:p>
      </dgm:t>
    </dgm:pt>
    <dgm:pt modelId="{B6B2935D-ACEF-4B1F-9D5A-208106C9C55F}" type="parTrans" cxnId="{2A1A114A-7D06-424F-A31E-5AEB6A4FE4F2}">
      <dgm:prSet/>
      <dgm:spPr/>
      <dgm:t>
        <a:bodyPr/>
        <a:lstStyle/>
        <a:p>
          <a:endParaRPr lang="en-US"/>
        </a:p>
      </dgm:t>
    </dgm:pt>
    <dgm:pt modelId="{F324F606-CD73-4BFE-8087-ECF8E4946945}" type="sibTrans" cxnId="{2A1A114A-7D06-424F-A31E-5AEB6A4FE4F2}">
      <dgm:prSet/>
      <dgm:spPr/>
      <dgm:t>
        <a:bodyPr/>
        <a:lstStyle/>
        <a:p>
          <a:endParaRPr lang="en-US"/>
        </a:p>
      </dgm:t>
    </dgm:pt>
    <dgm:pt modelId="{7168F1FC-8915-4A7E-B779-BE8DA86D47D4}">
      <dgm:prSet/>
      <dgm:spPr/>
      <dgm:t>
        <a:bodyPr/>
        <a:lstStyle/>
        <a:p>
          <a:r>
            <a:rPr lang="en-US"/>
            <a:t>• Desventaja: más costoso computacionalmente para datasets grandes.</a:t>
          </a:r>
        </a:p>
      </dgm:t>
    </dgm:pt>
    <dgm:pt modelId="{A9035663-D8C6-4F5E-B94C-B14C9044925E}" type="parTrans" cxnId="{8B880295-6B79-4BCA-8452-52327D0756AD}">
      <dgm:prSet/>
      <dgm:spPr/>
      <dgm:t>
        <a:bodyPr/>
        <a:lstStyle/>
        <a:p>
          <a:endParaRPr lang="en-US"/>
        </a:p>
      </dgm:t>
    </dgm:pt>
    <dgm:pt modelId="{2F48FCE6-A8F7-43C3-B16E-F320DE466BF2}" type="sibTrans" cxnId="{8B880295-6B79-4BCA-8452-52327D0756AD}">
      <dgm:prSet/>
      <dgm:spPr/>
      <dgm:t>
        <a:bodyPr/>
        <a:lstStyle/>
        <a:p>
          <a:endParaRPr lang="en-US"/>
        </a:p>
      </dgm:t>
    </dgm:pt>
    <dgm:pt modelId="{1A9D0DAC-7C9E-43FD-ACAB-FD07CE2FD8FC}" type="pres">
      <dgm:prSet presAssocID="{3182C337-5E4C-4E56-AF22-95E9180ED95A}" presName="vert0" presStyleCnt="0">
        <dgm:presLayoutVars>
          <dgm:dir/>
          <dgm:animOne val="branch"/>
          <dgm:animLvl val="lvl"/>
        </dgm:presLayoutVars>
      </dgm:prSet>
      <dgm:spPr/>
    </dgm:pt>
    <dgm:pt modelId="{4ACC8598-FC4F-45A2-B4E2-CC5446133C97}" type="pres">
      <dgm:prSet presAssocID="{69AAB6E4-681F-42AE-A579-374C0417F1FB}" presName="thickLine" presStyleLbl="alignNode1" presStyleIdx="0" presStyleCnt="4"/>
      <dgm:spPr/>
    </dgm:pt>
    <dgm:pt modelId="{CD497498-E1AB-44B8-BCF1-3868356E14A1}" type="pres">
      <dgm:prSet presAssocID="{69AAB6E4-681F-42AE-A579-374C0417F1FB}" presName="horz1" presStyleCnt="0"/>
      <dgm:spPr/>
    </dgm:pt>
    <dgm:pt modelId="{D46595C0-379D-4E1F-BD1E-094DC95CE714}" type="pres">
      <dgm:prSet presAssocID="{69AAB6E4-681F-42AE-A579-374C0417F1FB}" presName="tx1" presStyleLbl="revTx" presStyleIdx="0" presStyleCnt="4"/>
      <dgm:spPr/>
    </dgm:pt>
    <dgm:pt modelId="{40844C4A-3AA4-419D-B58D-D8D6072907B3}" type="pres">
      <dgm:prSet presAssocID="{69AAB6E4-681F-42AE-A579-374C0417F1FB}" presName="vert1" presStyleCnt="0"/>
      <dgm:spPr/>
    </dgm:pt>
    <dgm:pt modelId="{3941FF11-76B1-44A6-B35E-FD9004C85CA5}" type="pres">
      <dgm:prSet presAssocID="{3D81E5FF-3D7E-4F3D-8F7A-97E1D9597796}" presName="thickLine" presStyleLbl="alignNode1" presStyleIdx="1" presStyleCnt="4"/>
      <dgm:spPr/>
    </dgm:pt>
    <dgm:pt modelId="{CE0DC0B7-86AA-45E1-8EA7-EE754A7B00E8}" type="pres">
      <dgm:prSet presAssocID="{3D81E5FF-3D7E-4F3D-8F7A-97E1D9597796}" presName="horz1" presStyleCnt="0"/>
      <dgm:spPr/>
    </dgm:pt>
    <dgm:pt modelId="{A2308667-74DD-4AFE-A6EA-A566AAF7BAC7}" type="pres">
      <dgm:prSet presAssocID="{3D81E5FF-3D7E-4F3D-8F7A-97E1D9597796}" presName="tx1" presStyleLbl="revTx" presStyleIdx="1" presStyleCnt="4"/>
      <dgm:spPr/>
    </dgm:pt>
    <dgm:pt modelId="{FA48AD62-B8F1-41B2-85D3-1F2F35DFD2EF}" type="pres">
      <dgm:prSet presAssocID="{3D81E5FF-3D7E-4F3D-8F7A-97E1D9597796}" presName="vert1" presStyleCnt="0"/>
      <dgm:spPr/>
    </dgm:pt>
    <dgm:pt modelId="{E27C37F8-E59D-45B9-B894-410C80A6048B}" type="pres">
      <dgm:prSet presAssocID="{2A26920C-E66C-41DE-ABF5-F58D1DE466BA}" presName="thickLine" presStyleLbl="alignNode1" presStyleIdx="2" presStyleCnt="4"/>
      <dgm:spPr/>
    </dgm:pt>
    <dgm:pt modelId="{77BC07FA-A58D-4B9E-B854-84DBBE4062B9}" type="pres">
      <dgm:prSet presAssocID="{2A26920C-E66C-41DE-ABF5-F58D1DE466BA}" presName="horz1" presStyleCnt="0"/>
      <dgm:spPr/>
    </dgm:pt>
    <dgm:pt modelId="{CE24DE48-FFC0-4520-BC85-1550ED7FF4F1}" type="pres">
      <dgm:prSet presAssocID="{2A26920C-E66C-41DE-ABF5-F58D1DE466BA}" presName="tx1" presStyleLbl="revTx" presStyleIdx="2" presStyleCnt="4"/>
      <dgm:spPr/>
    </dgm:pt>
    <dgm:pt modelId="{2DF077F5-D944-4FBF-B3E9-60BD99D5871D}" type="pres">
      <dgm:prSet presAssocID="{2A26920C-E66C-41DE-ABF5-F58D1DE466BA}" presName="vert1" presStyleCnt="0"/>
      <dgm:spPr/>
    </dgm:pt>
    <dgm:pt modelId="{8903F1D2-4E33-48EC-8FBC-2CFCBD31E9B5}" type="pres">
      <dgm:prSet presAssocID="{7168F1FC-8915-4A7E-B779-BE8DA86D47D4}" presName="thickLine" presStyleLbl="alignNode1" presStyleIdx="3" presStyleCnt="4"/>
      <dgm:spPr/>
    </dgm:pt>
    <dgm:pt modelId="{AF3A50D9-EF7C-467C-938D-702A3F1DE302}" type="pres">
      <dgm:prSet presAssocID="{7168F1FC-8915-4A7E-B779-BE8DA86D47D4}" presName="horz1" presStyleCnt="0"/>
      <dgm:spPr/>
    </dgm:pt>
    <dgm:pt modelId="{9EC74B47-0BA4-4C49-A949-F7F8023A90FC}" type="pres">
      <dgm:prSet presAssocID="{7168F1FC-8915-4A7E-B779-BE8DA86D47D4}" presName="tx1" presStyleLbl="revTx" presStyleIdx="3" presStyleCnt="4"/>
      <dgm:spPr/>
    </dgm:pt>
    <dgm:pt modelId="{45AB6D4C-6BE7-456C-96F9-7550F2B75AB3}" type="pres">
      <dgm:prSet presAssocID="{7168F1FC-8915-4A7E-B779-BE8DA86D47D4}" presName="vert1" presStyleCnt="0"/>
      <dgm:spPr/>
    </dgm:pt>
  </dgm:ptLst>
  <dgm:cxnLst>
    <dgm:cxn modelId="{DCEA2004-6E66-486F-82D9-037F5AF472B7}" type="presOf" srcId="{3D81E5FF-3D7E-4F3D-8F7A-97E1D9597796}" destId="{A2308667-74DD-4AFE-A6EA-A566AAF7BAC7}" srcOrd="0" destOrd="0" presId="urn:microsoft.com/office/officeart/2008/layout/LinedList"/>
    <dgm:cxn modelId="{2A1A114A-7D06-424F-A31E-5AEB6A4FE4F2}" srcId="{3182C337-5E4C-4E56-AF22-95E9180ED95A}" destId="{2A26920C-E66C-41DE-ABF5-F58D1DE466BA}" srcOrd="2" destOrd="0" parTransId="{B6B2935D-ACEF-4B1F-9D5A-208106C9C55F}" sibTransId="{F324F606-CD73-4BFE-8087-ECF8E4946945}"/>
    <dgm:cxn modelId="{F5296674-D550-42A4-84D2-6B25F46B7620}" type="presOf" srcId="{2A26920C-E66C-41DE-ABF5-F58D1DE466BA}" destId="{CE24DE48-FFC0-4520-BC85-1550ED7FF4F1}" srcOrd="0" destOrd="0" presId="urn:microsoft.com/office/officeart/2008/layout/LinedList"/>
    <dgm:cxn modelId="{165B795A-80C7-47E9-8793-C6DB152881EE}" srcId="{3182C337-5E4C-4E56-AF22-95E9180ED95A}" destId="{3D81E5FF-3D7E-4F3D-8F7A-97E1D9597796}" srcOrd="1" destOrd="0" parTransId="{544043B6-3FD2-4509-BB15-9E049AE88275}" sibTransId="{A21092A5-E15C-4312-AE76-54D8C20E7083}"/>
    <dgm:cxn modelId="{8B880295-6B79-4BCA-8452-52327D0756AD}" srcId="{3182C337-5E4C-4E56-AF22-95E9180ED95A}" destId="{7168F1FC-8915-4A7E-B779-BE8DA86D47D4}" srcOrd="3" destOrd="0" parTransId="{A9035663-D8C6-4F5E-B94C-B14C9044925E}" sibTransId="{2F48FCE6-A8F7-43C3-B16E-F320DE466BF2}"/>
    <dgm:cxn modelId="{979713AD-F442-4A20-B536-B89C7D6C5133}" srcId="{3182C337-5E4C-4E56-AF22-95E9180ED95A}" destId="{69AAB6E4-681F-42AE-A579-374C0417F1FB}" srcOrd="0" destOrd="0" parTransId="{9309EFBC-DD63-4069-B099-ACDFA1DF7C8D}" sibTransId="{1DDA5C1A-F66E-4034-B0E3-A92950E8E9A9}"/>
    <dgm:cxn modelId="{C5F9D6C0-0313-4FC4-8EFC-DBD04DBC44BE}" type="presOf" srcId="{7168F1FC-8915-4A7E-B779-BE8DA86D47D4}" destId="{9EC74B47-0BA4-4C49-A949-F7F8023A90FC}" srcOrd="0" destOrd="0" presId="urn:microsoft.com/office/officeart/2008/layout/LinedList"/>
    <dgm:cxn modelId="{143C8BCD-94C2-474C-B8E0-6FDFF28DBB76}" type="presOf" srcId="{3182C337-5E4C-4E56-AF22-95E9180ED95A}" destId="{1A9D0DAC-7C9E-43FD-ACAB-FD07CE2FD8FC}" srcOrd="0" destOrd="0" presId="urn:microsoft.com/office/officeart/2008/layout/LinedList"/>
    <dgm:cxn modelId="{6B4CABD5-527B-4FBC-B788-94B01B3D0A82}" type="presOf" srcId="{69AAB6E4-681F-42AE-A579-374C0417F1FB}" destId="{D46595C0-379D-4E1F-BD1E-094DC95CE714}" srcOrd="0" destOrd="0" presId="urn:microsoft.com/office/officeart/2008/layout/LinedList"/>
    <dgm:cxn modelId="{AC410028-297B-4B04-8921-F629105B79E0}" type="presParOf" srcId="{1A9D0DAC-7C9E-43FD-ACAB-FD07CE2FD8FC}" destId="{4ACC8598-FC4F-45A2-B4E2-CC5446133C97}" srcOrd="0" destOrd="0" presId="urn:microsoft.com/office/officeart/2008/layout/LinedList"/>
    <dgm:cxn modelId="{1E4315C5-A466-48CB-8006-29C1915DB96F}" type="presParOf" srcId="{1A9D0DAC-7C9E-43FD-ACAB-FD07CE2FD8FC}" destId="{CD497498-E1AB-44B8-BCF1-3868356E14A1}" srcOrd="1" destOrd="0" presId="urn:microsoft.com/office/officeart/2008/layout/LinedList"/>
    <dgm:cxn modelId="{FD8F82E4-8670-410D-9924-0E82B4681438}" type="presParOf" srcId="{CD497498-E1AB-44B8-BCF1-3868356E14A1}" destId="{D46595C0-379D-4E1F-BD1E-094DC95CE714}" srcOrd="0" destOrd="0" presId="urn:microsoft.com/office/officeart/2008/layout/LinedList"/>
    <dgm:cxn modelId="{0F292C26-5A87-4920-A7F7-08DF16B0E4BB}" type="presParOf" srcId="{CD497498-E1AB-44B8-BCF1-3868356E14A1}" destId="{40844C4A-3AA4-419D-B58D-D8D6072907B3}" srcOrd="1" destOrd="0" presId="urn:microsoft.com/office/officeart/2008/layout/LinedList"/>
    <dgm:cxn modelId="{E5FD13D8-00D6-49E3-A681-3DAA2FD981EE}" type="presParOf" srcId="{1A9D0DAC-7C9E-43FD-ACAB-FD07CE2FD8FC}" destId="{3941FF11-76B1-44A6-B35E-FD9004C85CA5}" srcOrd="2" destOrd="0" presId="urn:microsoft.com/office/officeart/2008/layout/LinedList"/>
    <dgm:cxn modelId="{54B94E3F-CB5D-493A-849D-C7190898B054}" type="presParOf" srcId="{1A9D0DAC-7C9E-43FD-ACAB-FD07CE2FD8FC}" destId="{CE0DC0B7-86AA-45E1-8EA7-EE754A7B00E8}" srcOrd="3" destOrd="0" presId="urn:microsoft.com/office/officeart/2008/layout/LinedList"/>
    <dgm:cxn modelId="{43A9E745-C372-4DE8-97EA-B3C863F2C812}" type="presParOf" srcId="{CE0DC0B7-86AA-45E1-8EA7-EE754A7B00E8}" destId="{A2308667-74DD-4AFE-A6EA-A566AAF7BAC7}" srcOrd="0" destOrd="0" presId="urn:microsoft.com/office/officeart/2008/layout/LinedList"/>
    <dgm:cxn modelId="{44CB40E3-0B1C-4563-99E4-FB00105A3CCA}" type="presParOf" srcId="{CE0DC0B7-86AA-45E1-8EA7-EE754A7B00E8}" destId="{FA48AD62-B8F1-41B2-85D3-1F2F35DFD2EF}" srcOrd="1" destOrd="0" presId="urn:microsoft.com/office/officeart/2008/layout/LinedList"/>
    <dgm:cxn modelId="{83F80653-3ACD-4F62-B95E-B152E2D44047}" type="presParOf" srcId="{1A9D0DAC-7C9E-43FD-ACAB-FD07CE2FD8FC}" destId="{E27C37F8-E59D-45B9-B894-410C80A6048B}" srcOrd="4" destOrd="0" presId="urn:microsoft.com/office/officeart/2008/layout/LinedList"/>
    <dgm:cxn modelId="{921EA5A2-1FD6-4586-A659-9011C5290E2E}" type="presParOf" srcId="{1A9D0DAC-7C9E-43FD-ACAB-FD07CE2FD8FC}" destId="{77BC07FA-A58D-4B9E-B854-84DBBE4062B9}" srcOrd="5" destOrd="0" presId="urn:microsoft.com/office/officeart/2008/layout/LinedList"/>
    <dgm:cxn modelId="{E700B93C-7D07-4AA4-961A-FE1073CC50E6}" type="presParOf" srcId="{77BC07FA-A58D-4B9E-B854-84DBBE4062B9}" destId="{CE24DE48-FFC0-4520-BC85-1550ED7FF4F1}" srcOrd="0" destOrd="0" presId="urn:microsoft.com/office/officeart/2008/layout/LinedList"/>
    <dgm:cxn modelId="{572B445B-501A-448D-A6C2-B548CE675573}" type="presParOf" srcId="{77BC07FA-A58D-4B9E-B854-84DBBE4062B9}" destId="{2DF077F5-D944-4FBF-B3E9-60BD99D5871D}" srcOrd="1" destOrd="0" presId="urn:microsoft.com/office/officeart/2008/layout/LinedList"/>
    <dgm:cxn modelId="{6C20A050-CD2E-42F6-8668-20DC33C97179}" type="presParOf" srcId="{1A9D0DAC-7C9E-43FD-ACAB-FD07CE2FD8FC}" destId="{8903F1D2-4E33-48EC-8FBC-2CFCBD31E9B5}" srcOrd="6" destOrd="0" presId="urn:microsoft.com/office/officeart/2008/layout/LinedList"/>
    <dgm:cxn modelId="{89A768D4-932E-40C3-B752-016CDD39688B}" type="presParOf" srcId="{1A9D0DAC-7C9E-43FD-ACAB-FD07CE2FD8FC}" destId="{AF3A50D9-EF7C-467C-938D-702A3F1DE302}" srcOrd="7" destOrd="0" presId="urn:microsoft.com/office/officeart/2008/layout/LinedList"/>
    <dgm:cxn modelId="{5D45CD43-A6EC-4146-A4E4-A8C487884861}" type="presParOf" srcId="{AF3A50D9-EF7C-467C-938D-702A3F1DE302}" destId="{9EC74B47-0BA4-4C49-A949-F7F8023A90FC}" srcOrd="0" destOrd="0" presId="urn:microsoft.com/office/officeart/2008/layout/LinedList"/>
    <dgm:cxn modelId="{5532EAC7-64B6-4388-986F-51DADE8E6DE5}" type="presParOf" srcId="{AF3A50D9-EF7C-467C-938D-702A3F1DE302}" destId="{45AB6D4C-6BE7-456C-96F9-7550F2B75A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0F193A-861B-48DB-A991-2FF5D8FBDF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48FE219-A4B2-4C1A-A278-E7E5FFF829F3}">
      <dgm:prSet/>
      <dgm:spPr/>
      <dgm:t>
        <a:bodyPr/>
        <a:lstStyle/>
        <a:p>
          <a:r>
            <a:rPr lang="en-US"/>
            <a:t>Ward, J. H., Jr. (1963). "Hierarchical Grouping to Optimize an Objective Function." </a:t>
          </a:r>
        </a:p>
      </dgm:t>
    </dgm:pt>
    <dgm:pt modelId="{83443AB8-176E-465E-9C20-3B421538F427}" type="parTrans" cxnId="{64109421-15B8-4B7E-89DB-37E417C75688}">
      <dgm:prSet/>
      <dgm:spPr/>
      <dgm:t>
        <a:bodyPr/>
        <a:lstStyle/>
        <a:p>
          <a:endParaRPr lang="en-US"/>
        </a:p>
      </dgm:t>
    </dgm:pt>
    <dgm:pt modelId="{A7BBED5D-8658-4278-A25C-2ED37BA0C582}" type="sibTrans" cxnId="{64109421-15B8-4B7E-89DB-37E417C75688}">
      <dgm:prSet/>
      <dgm:spPr/>
      <dgm:t>
        <a:bodyPr/>
        <a:lstStyle/>
        <a:p>
          <a:endParaRPr lang="en-US"/>
        </a:p>
      </dgm:t>
    </dgm:pt>
    <dgm:pt modelId="{4D976852-80B9-4630-9633-07E390A1B941}">
      <dgm:prSet/>
      <dgm:spPr/>
      <dgm:t>
        <a:bodyPr/>
        <a:lstStyle/>
        <a:p>
          <a:r>
            <a:rPr lang="en-US"/>
            <a:t>Journal of the American Statistical Association, 58 (301): 236–244.</a:t>
          </a:r>
        </a:p>
      </dgm:t>
    </dgm:pt>
    <dgm:pt modelId="{8B8A26DE-E90B-4B7E-AB78-01F65022FEE5}" type="parTrans" cxnId="{67EED075-6266-4A7E-90EE-877C350E1A94}">
      <dgm:prSet/>
      <dgm:spPr/>
      <dgm:t>
        <a:bodyPr/>
        <a:lstStyle/>
        <a:p>
          <a:endParaRPr lang="en-US"/>
        </a:p>
      </dgm:t>
    </dgm:pt>
    <dgm:pt modelId="{58499F21-3DB2-4CDA-AB77-C5F17E825DFD}" type="sibTrans" cxnId="{67EED075-6266-4A7E-90EE-877C350E1A94}">
      <dgm:prSet/>
      <dgm:spPr/>
      <dgm:t>
        <a:bodyPr/>
        <a:lstStyle/>
        <a:p>
          <a:endParaRPr lang="en-US"/>
        </a:p>
      </dgm:t>
    </dgm:pt>
    <dgm:pt modelId="{90130EE1-4AAD-49CA-961F-4BF15E15DFDB}" type="pres">
      <dgm:prSet presAssocID="{F90F193A-861B-48DB-A991-2FF5D8FBDF42}" presName="root" presStyleCnt="0">
        <dgm:presLayoutVars>
          <dgm:dir/>
          <dgm:resizeHandles val="exact"/>
        </dgm:presLayoutVars>
      </dgm:prSet>
      <dgm:spPr/>
    </dgm:pt>
    <dgm:pt modelId="{66A90B3E-972A-4FEE-B564-CE32227A2BA6}" type="pres">
      <dgm:prSet presAssocID="{648FE219-A4B2-4C1A-A278-E7E5FFF829F3}" presName="compNode" presStyleCnt="0"/>
      <dgm:spPr/>
    </dgm:pt>
    <dgm:pt modelId="{D25A17F7-581E-4D2B-B93B-B83194AFF1A2}" type="pres">
      <dgm:prSet presAssocID="{648FE219-A4B2-4C1A-A278-E7E5FFF829F3}" presName="bgRect" presStyleLbl="bgShp" presStyleIdx="0" presStyleCnt="2"/>
      <dgm:spPr/>
    </dgm:pt>
    <dgm:pt modelId="{19D52F6F-02EC-4CE9-A058-0418EB549049}" type="pres">
      <dgm:prSet presAssocID="{648FE219-A4B2-4C1A-A278-E7E5FFF829F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D1851169-9B6C-4D7D-97C3-F78E5C290E69}" type="pres">
      <dgm:prSet presAssocID="{648FE219-A4B2-4C1A-A278-E7E5FFF829F3}" presName="spaceRect" presStyleCnt="0"/>
      <dgm:spPr/>
    </dgm:pt>
    <dgm:pt modelId="{3F3F040D-7275-4B2F-A9FB-DEE32F0877B0}" type="pres">
      <dgm:prSet presAssocID="{648FE219-A4B2-4C1A-A278-E7E5FFF829F3}" presName="parTx" presStyleLbl="revTx" presStyleIdx="0" presStyleCnt="2">
        <dgm:presLayoutVars>
          <dgm:chMax val="0"/>
          <dgm:chPref val="0"/>
        </dgm:presLayoutVars>
      </dgm:prSet>
      <dgm:spPr/>
    </dgm:pt>
    <dgm:pt modelId="{CBD0A974-BFFA-41F3-A163-3394FE4292B0}" type="pres">
      <dgm:prSet presAssocID="{A7BBED5D-8658-4278-A25C-2ED37BA0C582}" presName="sibTrans" presStyleCnt="0"/>
      <dgm:spPr/>
    </dgm:pt>
    <dgm:pt modelId="{AB71C91F-75C6-492B-8428-38C4C808E8CF}" type="pres">
      <dgm:prSet presAssocID="{4D976852-80B9-4630-9633-07E390A1B941}" presName="compNode" presStyleCnt="0"/>
      <dgm:spPr/>
    </dgm:pt>
    <dgm:pt modelId="{2116C625-F492-4FE5-A229-AAB62CBEFC4A}" type="pres">
      <dgm:prSet presAssocID="{4D976852-80B9-4630-9633-07E390A1B941}" presName="bgRect" presStyleLbl="bgShp" presStyleIdx="1" presStyleCnt="2"/>
      <dgm:spPr/>
    </dgm:pt>
    <dgm:pt modelId="{9A71F27E-D864-47C9-9DD5-401EDE274FC1}" type="pres">
      <dgm:prSet presAssocID="{4D976852-80B9-4630-9633-07E390A1B9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7E16F310-D70B-4977-BD86-8E290BAB3ECC}" type="pres">
      <dgm:prSet presAssocID="{4D976852-80B9-4630-9633-07E390A1B941}" presName="spaceRect" presStyleCnt="0"/>
      <dgm:spPr/>
    </dgm:pt>
    <dgm:pt modelId="{47858B7D-80BF-4312-8F6E-1389B924F3B4}" type="pres">
      <dgm:prSet presAssocID="{4D976852-80B9-4630-9633-07E390A1B94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4109421-15B8-4B7E-89DB-37E417C75688}" srcId="{F90F193A-861B-48DB-A991-2FF5D8FBDF42}" destId="{648FE219-A4B2-4C1A-A278-E7E5FFF829F3}" srcOrd="0" destOrd="0" parTransId="{83443AB8-176E-465E-9C20-3B421538F427}" sibTransId="{A7BBED5D-8658-4278-A25C-2ED37BA0C582}"/>
    <dgm:cxn modelId="{DA2B202C-CF09-44F9-904C-1CCFA3AF92A9}" type="presOf" srcId="{F90F193A-861B-48DB-A991-2FF5D8FBDF42}" destId="{90130EE1-4AAD-49CA-961F-4BF15E15DFDB}" srcOrd="0" destOrd="0" presId="urn:microsoft.com/office/officeart/2018/2/layout/IconVerticalSolidList"/>
    <dgm:cxn modelId="{38C7292E-425D-49F0-B50A-6422C9F0744F}" type="presOf" srcId="{648FE219-A4B2-4C1A-A278-E7E5FFF829F3}" destId="{3F3F040D-7275-4B2F-A9FB-DEE32F0877B0}" srcOrd="0" destOrd="0" presId="urn:microsoft.com/office/officeart/2018/2/layout/IconVerticalSolidList"/>
    <dgm:cxn modelId="{9CBB5853-37E4-47D1-95BF-5B3EBBFA4AB4}" type="presOf" srcId="{4D976852-80B9-4630-9633-07E390A1B941}" destId="{47858B7D-80BF-4312-8F6E-1389B924F3B4}" srcOrd="0" destOrd="0" presId="urn:microsoft.com/office/officeart/2018/2/layout/IconVerticalSolidList"/>
    <dgm:cxn modelId="{67EED075-6266-4A7E-90EE-877C350E1A94}" srcId="{F90F193A-861B-48DB-A991-2FF5D8FBDF42}" destId="{4D976852-80B9-4630-9633-07E390A1B941}" srcOrd="1" destOrd="0" parTransId="{8B8A26DE-E90B-4B7E-AB78-01F65022FEE5}" sibTransId="{58499F21-3DB2-4CDA-AB77-C5F17E825DFD}"/>
    <dgm:cxn modelId="{6FBB9414-BE47-4399-8B1B-C4BF9FEB08F5}" type="presParOf" srcId="{90130EE1-4AAD-49CA-961F-4BF15E15DFDB}" destId="{66A90B3E-972A-4FEE-B564-CE32227A2BA6}" srcOrd="0" destOrd="0" presId="urn:microsoft.com/office/officeart/2018/2/layout/IconVerticalSolidList"/>
    <dgm:cxn modelId="{2931EACB-2E2D-4763-A10E-C6D6A412E4D2}" type="presParOf" srcId="{66A90B3E-972A-4FEE-B564-CE32227A2BA6}" destId="{D25A17F7-581E-4D2B-B93B-B83194AFF1A2}" srcOrd="0" destOrd="0" presId="urn:microsoft.com/office/officeart/2018/2/layout/IconVerticalSolidList"/>
    <dgm:cxn modelId="{90CFB387-36F9-4113-9AD1-97582F48D42D}" type="presParOf" srcId="{66A90B3E-972A-4FEE-B564-CE32227A2BA6}" destId="{19D52F6F-02EC-4CE9-A058-0418EB549049}" srcOrd="1" destOrd="0" presId="urn:microsoft.com/office/officeart/2018/2/layout/IconVerticalSolidList"/>
    <dgm:cxn modelId="{6621928D-1D1D-4ED5-BB63-81A6C637954E}" type="presParOf" srcId="{66A90B3E-972A-4FEE-B564-CE32227A2BA6}" destId="{D1851169-9B6C-4D7D-97C3-F78E5C290E69}" srcOrd="2" destOrd="0" presId="urn:microsoft.com/office/officeart/2018/2/layout/IconVerticalSolidList"/>
    <dgm:cxn modelId="{C5BE5C9A-6C46-40CE-B9F8-3FDD7056F74F}" type="presParOf" srcId="{66A90B3E-972A-4FEE-B564-CE32227A2BA6}" destId="{3F3F040D-7275-4B2F-A9FB-DEE32F0877B0}" srcOrd="3" destOrd="0" presId="urn:microsoft.com/office/officeart/2018/2/layout/IconVerticalSolidList"/>
    <dgm:cxn modelId="{6C84A1FE-572F-4239-8BAD-15D62E318EA5}" type="presParOf" srcId="{90130EE1-4AAD-49CA-961F-4BF15E15DFDB}" destId="{CBD0A974-BFFA-41F3-A163-3394FE4292B0}" srcOrd="1" destOrd="0" presId="urn:microsoft.com/office/officeart/2018/2/layout/IconVerticalSolidList"/>
    <dgm:cxn modelId="{676AF6B9-CF1F-4985-BB2E-40620359E8ED}" type="presParOf" srcId="{90130EE1-4AAD-49CA-961F-4BF15E15DFDB}" destId="{AB71C91F-75C6-492B-8428-38C4C808E8CF}" srcOrd="2" destOrd="0" presId="urn:microsoft.com/office/officeart/2018/2/layout/IconVerticalSolidList"/>
    <dgm:cxn modelId="{B084F095-FF57-40F3-8C59-46D3DAD7EF14}" type="presParOf" srcId="{AB71C91F-75C6-492B-8428-38C4C808E8CF}" destId="{2116C625-F492-4FE5-A229-AAB62CBEFC4A}" srcOrd="0" destOrd="0" presId="urn:microsoft.com/office/officeart/2018/2/layout/IconVerticalSolidList"/>
    <dgm:cxn modelId="{C40D653B-F89F-445E-B83E-67CA4EB27DC9}" type="presParOf" srcId="{AB71C91F-75C6-492B-8428-38C4C808E8CF}" destId="{9A71F27E-D864-47C9-9DD5-401EDE274FC1}" srcOrd="1" destOrd="0" presId="urn:microsoft.com/office/officeart/2018/2/layout/IconVerticalSolidList"/>
    <dgm:cxn modelId="{E21678E9-0692-4167-801E-9BD4FF3FB84B}" type="presParOf" srcId="{AB71C91F-75C6-492B-8428-38C4C808E8CF}" destId="{7E16F310-D70B-4977-BD86-8E290BAB3ECC}" srcOrd="2" destOrd="0" presId="urn:microsoft.com/office/officeart/2018/2/layout/IconVerticalSolidList"/>
    <dgm:cxn modelId="{A80781B6-77F1-4207-AC0F-42755E3BA8A4}" type="presParOf" srcId="{AB71C91F-75C6-492B-8428-38C4C808E8CF}" destId="{47858B7D-80BF-4312-8F6E-1389B924F3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217301-265C-4E9D-A4E0-1B3290A691C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D1494E-5E87-44A1-AD3C-10CC3F862304}">
      <dgm:prSet/>
      <dgm:spPr/>
      <dgm:t>
        <a:bodyPr/>
        <a:lstStyle/>
        <a:p>
          <a:r>
            <a:rPr lang="es-CL" b="1"/>
            <a:t>Revisión de clustering jerárquico en mercados financieros:</a:t>
          </a:r>
          <a:r>
            <a:rPr lang="es-CL"/>
            <a:t> </a:t>
          </a:r>
          <a:endParaRPr lang="en-US"/>
        </a:p>
      </dgm:t>
    </dgm:pt>
    <dgm:pt modelId="{6DAF8240-64CC-40A8-8DEA-62FBCCF798A7}" type="parTrans" cxnId="{80BE29FE-AFB8-43B5-AD64-E9D24B60AEED}">
      <dgm:prSet/>
      <dgm:spPr/>
      <dgm:t>
        <a:bodyPr/>
        <a:lstStyle/>
        <a:p>
          <a:endParaRPr lang="en-US"/>
        </a:p>
      </dgm:t>
    </dgm:pt>
    <dgm:pt modelId="{37100873-4D39-41E0-842D-E6B75EECEF6A}" type="sibTrans" cxnId="{80BE29FE-AFB8-43B5-AD64-E9D24B60AEED}">
      <dgm:prSet/>
      <dgm:spPr/>
      <dgm:t>
        <a:bodyPr/>
        <a:lstStyle/>
        <a:p>
          <a:endParaRPr lang="en-US"/>
        </a:p>
      </dgm:t>
    </dgm:pt>
    <dgm:pt modelId="{0140638A-848B-4C20-A21D-84C75E840D28}">
      <dgm:prSet/>
      <dgm:spPr/>
      <dgm:t>
        <a:bodyPr/>
        <a:lstStyle/>
        <a:p>
          <a:r>
            <a:rPr lang="es-CL"/>
            <a:t>Marti, G., Nielsen, F., Bińkowski, M., Donnat, P. (2021). </a:t>
          </a:r>
          <a:r>
            <a:rPr lang="es-CL" i="1"/>
            <a:t>A Review of Two Decades of Correlations, Hierarchies, Networks and Clustering in Financial Markets</a:t>
          </a:r>
          <a:r>
            <a:rPr lang="es-CL"/>
            <a:t>. Progress in Information Geometry, pp. 245–274.</a:t>
          </a:r>
          <a:br>
            <a:rPr lang="es-CL"/>
          </a:br>
          <a:r>
            <a:rPr lang="es-CL">
              <a:hlinkClick xmlns:r="http://schemas.openxmlformats.org/officeDocument/2006/relationships" r:id="rId1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1"/>
            </a:rPr>
            <a:t>[arxiv.org]</a:t>
          </a:r>
          <a:endParaRPr lang="en-US"/>
        </a:p>
      </dgm:t>
    </dgm:pt>
    <dgm:pt modelId="{F683610B-CC7D-4830-A42B-3BF3325FA99B}" type="parTrans" cxnId="{7A95F142-D07F-489A-B0BB-68215CC3FFBF}">
      <dgm:prSet/>
      <dgm:spPr/>
      <dgm:t>
        <a:bodyPr/>
        <a:lstStyle/>
        <a:p>
          <a:endParaRPr lang="en-US"/>
        </a:p>
      </dgm:t>
    </dgm:pt>
    <dgm:pt modelId="{6B02CDBA-0DB0-4CFC-BF97-155DE5E149EF}" type="sibTrans" cxnId="{7A95F142-D07F-489A-B0BB-68215CC3FFBF}">
      <dgm:prSet/>
      <dgm:spPr/>
      <dgm:t>
        <a:bodyPr/>
        <a:lstStyle/>
        <a:p>
          <a:endParaRPr lang="en-US"/>
        </a:p>
      </dgm:t>
    </dgm:pt>
    <dgm:pt modelId="{6C71A826-ABEA-47F4-AF4E-2B8167741E88}">
      <dgm:prSet/>
      <dgm:spPr/>
      <dgm:t>
        <a:bodyPr/>
        <a:lstStyle/>
        <a:p>
          <a:r>
            <a:rPr lang="es-CL" b="1"/>
            <a:t>Aplicaciones en segmentación de sectores y portafolios:</a:t>
          </a:r>
          <a:r>
            <a:rPr lang="es-CL"/>
            <a:t> </a:t>
          </a:r>
          <a:endParaRPr lang="en-US"/>
        </a:p>
      </dgm:t>
    </dgm:pt>
    <dgm:pt modelId="{B4BD3CEF-9877-4899-947B-1DF3E900D2CA}" type="parTrans" cxnId="{EF1E3946-D79B-41FF-B46A-88B612328985}">
      <dgm:prSet/>
      <dgm:spPr/>
      <dgm:t>
        <a:bodyPr/>
        <a:lstStyle/>
        <a:p>
          <a:endParaRPr lang="en-US"/>
        </a:p>
      </dgm:t>
    </dgm:pt>
    <dgm:pt modelId="{FA5E9928-A1B2-4C5B-ADB0-2EA04870B18C}" type="sibTrans" cxnId="{EF1E3946-D79B-41FF-B46A-88B612328985}">
      <dgm:prSet/>
      <dgm:spPr/>
      <dgm:t>
        <a:bodyPr/>
        <a:lstStyle/>
        <a:p>
          <a:endParaRPr lang="en-US"/>
        </a:p>
      </dgm:t>
    </dgm:pt>
    <dgm:pt modelId="{F70BAB27-A13F-41B6-BBD2-0825673B795F}">
      <dgm:prSet/>
      <dgm:spPr/>
      <dgm:t>
        <a:bodyPr/>
        <a:lstStyle/>
        <a:p>
          <a:r>
            <a:rPr lang="es-CL"/>
            <a:t>Tang, G., Tian, R., Wu, B. (2022). </a:t>
          </a:r>
          <a:r>
            <a:rPr lang="es-CL" i="1"/>
            <a:t>An Overview of Clustering Methods in The Financial World</a:t>
          </a:r>
          <a:r>
            <a:rPr lang="es-CL"/>
            <a:t>. Proceedings of the 7th International Conference on Financial Innovation and Economic Development.</a:t>
          </a:r>
          <a:br>
            <a:rPr lang="es-CL"/>
          </a:br>
          <a:r>
            <a:rPr lang="es-CL">
              <a:hlinkClick xmlns:r="http://schemas.openxmlformats.org/officeDocument/2006/relationships" r:id="rId2"/>
            </a:rPr>
            <a:t>PDF</a:t>
          </a:r>
          <a:r>
            <a:rPr lang="es-CL"/>
            <a:t>citeturn5search42</a:t>
          </a:r>
          <a:endParaRPr lang="en-US"/>
        </a:p>
      </dgm:t>
    </dgm:pt>
    <dgm:pt modelId="{C11BD611-6019-46BB-AA58-014C1B7FFE44}" type="parTrans" cxnId="{7A6C4815-1C91-4BA6-991E-621BB5BC2683}">
      <dgm:prSet/>
      <dgm:spPr/>
      <dgm:t>
        <a:bodyPr/>
        <a:lstStyle/>
        <a:p>
          <a:endParaRPr lang="en-US"/>
        </a:p>
      </dgm:t>
    </dgm:pt>
    <dgm:pt modelId="{FCEFF0DF-9F0D-4A46-ADFC-9DC0D0D8896E}" type="sibTrans" cxnId="{7A6C4815-1C91-4BA6-991E-621BB5BC2683}">
      <dgm:prSet/>
      <dgm:spPr/>
      <dgm:t>
        <a:bodyPr/>
        <a:lstStyle/>
        <a:p>
          <a:endParaRPr lang="en-US"/>
        </a:p>
      </dgm:t>
    </dgm:pt>
    <dgm:pt modelId="{29A09C5B-EF2B-4D6E-9D6A-F50C090888BF}" type="pres">
      <dgm:prSet presAssocID="{20217301-265C-4E9D-A4E0-1B3290A691CC}" presName="Name0" presStyleCnt="0">
        <dgm:presLayoutVars>
          <dgm:dir/>
          <dgm:animLvl val="lvl"/>
          <dgm:resizeHandles val="exact"/>
        </dgm:presLayoutVars>
      </dgm:prSet>
      <dgm:spPr/>
    </dgm:pt>
    <dgm:pt modelId="{7FF5FE58-6478-4A61-8FE9-3FBA58AF097E}" type="pres">
      <dgm:prSet presAssocID="{CCD1494E-5E87-44A1-AD3C-10CC3F862304}" presName="linNode" presStyleCnt="0"/>
      <dgm:spPr/>
    </dgm:pt>
    <dgm:pt modelId="{106C082C-DD77-4E31-B1F3-4D77FDA1288F}" type="pres">
      <dgm:prSet presAssocID="{CCD1494E-5E87-44A1-AD3C-10CC3F86230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32A9F47-6C37-4E28-A99D-C6F436B1B68C}" type="pres">
      <dgm:prSet presAssocID="{CCD1494E-5E87-44A1-AD3C-10CC3F862304}" presName="descendantText" presStyleLbl="alignAccFollowNode1" presStyleIdx="0" presStyleCnt="2">
        <dgm:presLayoutVars>
          <dgm:bulletEnabled val="1"/>
        </dgm:presLayoutVars>
      </dgm:prSet>
      <dgm:spPr/>
    </dgm:pt>
    <dgm:pt modelId="{98B81C8D-1E19-4CF5-B3AC-A58DBFF86D8C}" type="pres">
      <dgm:prSet presAssocID="{37100873-4D39-41E0-842D-E6B75EECEF6A}" presName="sp" presStyleCnt="0"/>
      <dgm:spPr/>
    </dgm:pt>
    <dgm:pt modelId="{BBC59403-EE3D-4145-BA61-D1E65824FA5C}" type="pres">
      <dgm:prSet presAssocID="{6C71A826-ABEA-47F4-AF4E-2B8167741E88}" presName="linNode" presStyleCnt="0"/>
      <dgm:spPr/>
    </dgm:pt>
    <dgm:pt modelId="{5232B971-DED5-4075-9393-B1C78F222E06}" type="pres">
      <dgm:prSet presAssocID="{6C71A826-ABEA-47F4-AF4E-2B8167741E8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635EA28-D55E-4D3E-B2E4-0538AC56DE5D}" type="pres">
      <dgm:prSet presAssocID="{6C71A826-ABEA-47F4-AF4E-2B8167741E8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A6C4815-1C91-4BA6-991E-621BB5BC2683}" srcId="{6C71A826-ABEA-47F4-AF4E-2B8167741E88}" destId="{F70BAB27-A13F-41B6-BBD2-0825673B795F}" srcOrd="0" destOrd="0" parTransId="{C11BD611-6019-46BB-AA58-014C1B7FFE44}" sibTransId="{FCEFF0DF-9F0D-4A46-ADFC-9DC0D0D8896E}"/>
    <dgm:cxn modelId="{1DA8A13C-EA86-4403-B390-FAA91E3A247E}" type="presOf" srcId="{20217301-265C-4E9D-A4E0-1B3290A691CC}" destId="{29A09C5B-EF2B-4D6E-9D6A-F50C090888BF}" srcOrd="0" destOrd="0" presId="urn:microsoft.com/office/officeart/2005/8/layout/vList5"/>
    <dgm:cxn modelId="{7A95F142-D07F-489A-B0BB-68215CC3FFBF}" srcId="{CCD1494E-5E87-44A1-AD3C-10CC3F862304}" destId="{0140638A-848B-4C20-A21D-84C75E840D28}" srcOrd="0" destOrd="0" parTransId="{F683610B-CC7D-4830-A42B-3BF3325FA99B}" sibTransId="{6B02CDBA-0DB0-4CFC-BF97-155DE5E149EF}"/>
    <dgm:cxn modelId="{EF1E3946-D79B-41FF-B46A-88B612328985}" srcId="{20217301-265C-4E9D-A4E0-1B3290A691CC}" destId="{6C71A826-ABEA-47F4-AF4E-2B8167741E88}" srcOrd="1" destOrd="0" parTransId="{B4BD3CEF-9877-4899-947B-1DF3E900D2CA}" sibTransId="{FA5E9928-A1B2-4C5B-ADB0-2EA04870B18C}"/>
    <dgm:cxn modelId="{8FEDB376-AF3E-4ACA-B1C3-19AB81DC4976}" type="presOf" srcId="{0140638A-848B-4C20-A21D-84C75E840D28}" destId="{732A9F47-6C37-4E28-A99D-C6F436B1B68C}" srcOrd="0" destOrd="0" presId="urn:microsoft.com/office/officeart/2005/8/layout/vList5"/>
    <dgm:cxn modelId="{0F754189-876A-46C8-BFB6-98192D4B7065}" type="presOf" srcId="{F70BAB27-A13F-41B6-BBD2-0825673B795F}" destId="{3635EA28-D55E-4D3E-B2E4-0538AC56DE5D}" srcOrd="0" destOrd="0" presId="urn:microsoft.com/office/officeart/2005/8/layout/vList5"/>
    <dgm:cxn modelId="{882D4599-4875-4B99-BD33-F4C15FAF0CFE}" type="presOf" srcId="{CCD1494E-5E87-44A1-AD3C-10CC3F862304}" destId="{106C082C-DD77-4E31-B1F3-4D77FDA1288F}" srcOrd="0" destOrd="0" presId="urn:microsoft.com/office/officeart/2005/8/layout/vList5"/>
    <dgm:cxn modelId="{D9323EE6-2414-4798-B3CE-100AFEE86AA4}" type="presOf" srcId="{6C71A826-ABEA-47F4-AF4E-2B8167741E88}" destId="{5232B971-DED5-4075-9393-B1C78F222E06}" srcOrd="0" destOrd="0" presId="urn:microsoft.com/office/officeart/2005/8/layout/vList5"/>
    <dgm:cxn modelId="{80BE29FE-AFB8-43B5-AD64-E9D24B60AEED}" srcId="{20217301-265C-4E9D-A4E0-1B3290A691CC}" destId="{CCD1494E-5E87-44A1-AD3C-10CC3F862304}" srcOrd="0" destOrd="0" parTransId="{6DAF8240-64CC-40A8-8DEA-62FBCCF798A7}" sibTransId="{37100873-4D39-41E0-842D-E6B75EECEF6A}"/>
    <dgm:cxn modelId="{CE3799EC-ACDF-44F1-ACF5-F0CFE0E3FCBB}" type="presParOf" srcId="{29A09C5B-EF2B-4D6E-9D6A-F50C090888BF}" destId="{7FF5FE58-6478-4A61-8FE9-3FBA58AF097E}" srcOrd="0" destOrd="0" presId="urn:microsoft.com/office/officeart/2005/8/layout/vList5"/>
    <dgm:cxn modelId="{DB1872DB-B275-4808-99CF-541B6B696856}" type="presParOf" srcId="{7FF5FE58-6478-4A61-8FE9-3FBA58AF097E}" destId="{106C082C-DD77-4E31-B1F3-4D77FDA1288F}" srcOrd="0" destOrd="0" presId="urn:microsoft.com/office/officeart/2005/8/layout/vList5"/>
    <dgm:cxn modelId="{B190225A-40E1-4DC7-8B1A-B904B2084726}" type="presParOf" srcId="{7FF5FE58-6478-4A61-8FE9-3FBA58AF097E}" destId="{732A9F47-6C37-4E28-A99D-C6F436B1B68C}" srcOrd="1" destOrd="0" presId="urn:microsoft.com/office/officeart/2005/8/layout/vList5"/>
    <dgm:cxn modelId="{ADCE634C-1117-4B4C-8F68-009FFC52BEE2}" type="presParOf" srcId="{29A09C5B-EF2B-4D6E-9D6A-F50C090888BF}" destId="{98B81C8D-1E19-4CF5-B3AC-A58DBFF86D8C}" srcOrd="1" destOrd="0" presId="urn:microsoft.com/office/officeart/2005/8/layout/vList5"/>
    <dgm:cxn modelId="{CCBE23F9-229E-4838-A074-C0D43A15956B}" type="presParOf" srcId="{29A09C5B-EF2B-4D6E-9D6A-F50C090888BF}" destId="{BBC59403-EE3D-4145-BA61-D1E65824FA5C}" srcOrd="2" destOrd="0" presId="urn:microsoft.com/office/officeart/2005/8/layout/vList5"/>
    <dgm:cxn modelId="{31857F50-648B-46CB-8955-F3047151EF11}" type="presParOf" srcId="{BBC59403-EE3D-4145-BA61-D1E65824FA5C}" destId="{5232B971-DED5-4075-9393-B1C78F222E06}" srcOrd="0" destOrd="0" presId="urn:microsoft.com/office/officeart/2005/8/layout/vList5"/>
    <dgm:cxn modelId="{F6E32812-21B6-4833-9A6B-E8CF102DCE25}" type="presParOf" srcId="{BBC59403-EE3D-4145-BA61-D1E65824FA5C}" destId="{3635EA28-D55E-4D3E-B2E4-0538AC56DE5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7259C5-4AAA-4F86-8E58-A26EEA5E173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EE8377F-3CAB-47F8-A308-A8828C9BCB57}">
      <dgm:prSet/>
      <dgm:spPr/>
      <dgm:t>
        <a:bodyPr/>
        <a:lstStyle/>
        <a:p>
          <a:r>
            <a:rPr lang="en-US"/>
            <a:t>Gaussian Mixture Models (GMM):</a:t>
          </a:r>
        </a:p>
      </dgm:t>
    </dgm:pt>
    <dgm:pt modelId="{3DCCF38C-8822-42DF-826B-594A6136F833}" type="parTrans" cxnId="{496F62C0-C02D-4F8F-933B-EB7DC1122A39}">
      <dgm:prSet/>
      <dgm:spPr/>
      <dgm:t>
        <a:bodyPr/>
        <a:lstStyle/>
        <a:p>
          <a:endParaRPr lang="en-US"/>
        </a:p>
      </dgm:t>
    </dgm:pt>
    <dgm:pt modelId="{F275B27E-FB70-4B63-A20F-331FA3883330}" type="sibTrans" cxnId="{496F62C0-C02D-4F8F-933B-EB7DC1122A39}">
      <dgm:prSet/>
      <dgm:spPr/>
      <dgm:t>
        <a:bodyPr/>
        <a:lstStyle/>
        <a:p>
          <a:endParaRPr lang="en-US"/>
        </a:p>
      </dgm:t>
    </dgm:pt>
    <dgm:pt modelId="{F4C1544B-7B99-4C5C-90D4-2FE94554FE8E}">
      <dgm:prSet/>
      <dgm:spPr/>
      <dgm:t>
        <a:bodyPr/>
        <a:lstStyle/>
        <a:p>
          <a:r>
            <a:rPr lang="en-US"/>
            <a:t>• Supone que los datos provienen de una mezcla de distribuciones normales.</a:t>
          </a:r>
        </a:p>
      </dgm:t>
    </dgm:pt>
    <dgm:pt modelId="{CD05E737-9CAB-4C4B-BF9D-9DAE00EA7399}" type="parTrans" cxnId="{8AD055FD-78C0-44BD-AB3B-40CD84F4F4B8}">
      <dgm:prSet/>
      <dgm:spPr/>
      <dgm:t>
        <a:bodyPr/>
        <a:lstStyle/>
        <a:p>
          <a:endParaRPr lang="en-US"/>
        </a:p>
      </dgm:t>
    </dgm:pt>
    <dgm:pt modelId="{DABD84F2-B043-4350-B136-857B152A19F5}" type="sibTrans" cxnId="{8AD055FD-78C0-44BD-AB3B-40CD84F4F4B8}">
      <dgm:prSet/>
      <dgm:spPr/>
      <dgm:t>
        <a:bodyPr/>
        <a:lstStyle/>
        <a:p>
          <a:endParaRPr lang="en-US"/>
        </a:p>
      </dgm:t>
    </dgm:pt>
    <dgm:pt modelId="{D4EA3F80-1F46-4709-8FB0-86A6676DE608}">
      <dgm:prSet/>
      <dgm:spPr/>
      <dgm:t>
        <a:bodyPr/>
        <a:lstStyle/>
        <a:p>
          <a:r>
            <a:rPr lang="en-US"/>
            <a:t>• Permite clusters elípticos, más realistas que los esféricos de K-means.</a:t>
          </a:r>
        </a:p>
      </dgm:t>
    </dgm:pt>
    <dgm:pt modelId="{1EAB79BF-95DB-4BA7-B49F-17F4BDEDACC0}" type="parTrans" cxnId="{857EA2D0-A84C-4BCD-89A2-A9BFC8E2F0BC}">
      <dgm:prSet/>
      <dgm:spPr/>
      <dgm:t>
        <a:bodyPr/>
        <a:lstStyle/>
        <a:p>
          <a:endParaRPr lang="en-US"/>
        </a:p>
      </dgm:t>
    </dgm:pt>
    <dgm:pt modelId="{64F23353-ADDF-43F1-9D6D-6DDBDF51425E}" type="sibTrans" cxnId="{857EA2D0-A84C-4BCD-89A2-A9BFC8E2F0BC}">
      <dgm:prSet/>
      <dgm:spPr/>
      <dgm:t>
        <a:bodyPr/>
        <a:lstStyle/>
        <a:p>
          <a:endParaRPr lang="en-US"/>
        </a:p>
      </dgm:t>
    </dgm:pt>
    <dgm:pt modelId="{F492990C-792F-42D8-8F39-9D7EBD737271}">
      <dgm:prSet/>
      <dgm:spPr/>
      <dgm:t>
        <a:bodyPr/>
        <a:lstStyle/>
        <a:p>
          <a:r>
            <a:rPr lang="en-US"/>
            <a:t>• Entrega probabilidades de pertenencia, útil para riesgo financiero.</a:t>
          </a:r>
        </a:p>
      </dgm:t>
    </dgm:pt>
    <dgm:pt modelId="{D0F3D2A6-A3F3-4DE5-9599-AE92EC3249D9}" type="parTrans" cxnId="{719313F5-BAFC-4908-9E85-D3DA7C65317C}">
      <dgm:prSet/>
      <dgm:spPr/>
      <dgm:t>
        <a:bodyPr/>
        <a:lstStyle/>
        <a:p>
          <a:endParaRPr lang="en-US"/>
        </a:p>
      </dgm:t>
    </dgm:pt>
    <dgm:pt modelId="{81B88679-91A6-4C26-948D-C839637EF77A}" type="sibTrans" cxnId="{719313F5-BAFC-4908-9E85-D3DA7C65317C}">
      <dgm:prSet/>
      <dgm:spPr/>
      <dgm:t>
        <a:bodyPr/>
        <a:lstStyle/>
        <a:p>
          <a:endParaRPr lang="en-US"/>
        </a:p>
      </dgm:t>
    </dgm:pt>
    <dgm:pt modelId="{A83D9377-0ADC-4E09-AB37-A083304779D8}">
      <dgm:prSet/>
      <dgm:spPr/>
      <dgm:t>
        <a:bodyPr/>
        <a:lstStyle/>
        <a:p>
          <a:r>
            <a:rPr lang="en-US"/>
            <a:t>Modelos de mezcla más generales (t-mixtures):</a:t>
          </a:r>
        </a:p>
      </dgm:t>
    </dgm:pt>
    <dgm:pt modelId="{6BB14007-1AEE-45BF-942B-E61E45D9B49D}" type="parTrans" cxnId="{6074C7CA-ECED-4744-83F6-1868BE8750F8}">
      <dgm:prSet/>
      <dgm:spPr/>
      <dgm:t>
        <a:bodyPr/>
        <a:lstStyle/>
        <a:p>
          <a:endParaRPr lang="en-US"/>
        </a:p>
      </dgm:t>
    </dgm:pt>
    <dgm:pt modelId="{34B54E93-DE16-430D-8037-4E7404DD0D2B}" type="sibTrans" cxnId="{6074C7CA-ECED-4744-83F6-1868BE8750F8}">
      <dgm:prSet/>
      <dgm:spPr/>
      <dgm:t>
        <a:bodyPr/>
        <a:lstStyle/>
        <a:p>
          <a:endParaRPr lang="en-US"/>
        </a:p>
      </dgm:t>
    </dgm:pt>
    <dgm:pt modelId="{220AB62C-0D8E-454A-8AB1-C9E42C719E28}">
      <dgm:prSet/>
      <dgm:spPr/>
      <dgm:t>
        <a:bodyPr/>
        <a:lstStyle/>
        <a:p>
          <a:r>
            <a:rPr lang="en-US"/>
            <a:t>• Usan distribuciones t de Student, más robustas a colas pesadas (típicas en retornos financieros).</a:t>
          </a:r>
        </a:p>
      </dgm:t>
    </dgm:pt>
    <dgm:pt modelId="{751E248A-5023-4A16-9CA9-6EB940EACB16}" type="parTrans" cxnId="{B1704FE2-9668-4742-B869-8B0063902407}">
      <dgm:prSet/>
      <dgm:spPr/>
      <dgm:t>
        <a:bodyPr/>
        <a:lstStyle/>
        <a:p>
          <a:endParaRPr lang="en-US"/>
        </a:p>
      </dgm:t>
    </dgm:pt>
    <dgm:pt modelId="{5B341013-4F1F-452C-8999-D0E44482B95C}" type="sibTrans" cxnId="{B1704FE2-9668-4742-B869-8B0063902407}">
      <dgm:prSet/>
      <dgm:spPr/>
      <dgm:t>
        <a:bodyPr/>
        <a:lstStyle/>
        <a:p>
          <a:endParaRPr lang="en-US"/>
        </a:p>
      </dgm:t>
    </dgm:pt>
    <dgm:pt modelId="{ADC27516-2044-4310-A674-D812D799132A}" type="pres">
      <dgm:prSet presAssocID="{477259C5-4AAA-4F86-8E58-A26EEA5E1738}" presName="vert0" presStyleCnt="0">
        <dgm:presLayoutVars>
          <dgm:dir/>
          <dgm:animOne val="branch"/>
          <dgm:animLvl val="lvl"/>
        </dgm:presLayoutVars>
      </dgm:prSet>
      <dgm:spPr/>
    </dgm:pt>
    <dgm:pt modelId="{4D9ACB02-1AB4-4A5F-A674-94319C2E5A22}" type="pres">
      <dgm:prSet presAssocID="{AEE8377F-3CAB-47F8-A308-A8828C9BCB57}" presName="thickLine" presStyleLbl="alignNode1" presStyleIdx="0" presStyleCnt="6"/>
      <dgm:spPr/>
    </dgm:pt>
    <dgm:pt modelId="{9E452131-5594-4238-B3BC-48D4A934BA45}" type="pres">
      <dgm:prSet presAssocID="{AEE8377F-3CAB-47F8-A308-A8828C9BCB57}" presName="horz1" presStyleCnt="0"/>
      <dgm:spPr/>
    </dgm:pt>
    <dgm:pt modelId="{11F543A8-306B-4019-8B68-E5D5C01BC5C1}" type="pres">
      <dgm:prSet presAssocID="{AEE8377F-3CAB-47F8-A308-A8828C9BCB57}" presName="tx1" presStyleLbl="revTx" presStyleIdx="0" presStyleCnt="6"/>
      <dgm:spPr/>
    </dgm:pt>
    <dgm:pt modelId="{B49968C1-E436-462C-AA04-C7E48D315813}" type="pres">
      <dgm:prSet presAssocID="{AEE8377F-3CAB-47F8-A308-A8828C9BCB57}" presName="vert1" presStyleCnt="0"/>
      <dgm:spPr/>
    </dgm:pt>
    <dgm:pt modelId="{D1EB463A-258F-4F1D-B667-939015885512}" type="pres">
      <dgm:prSet presAssocID="{F4C1544B-7B99-4C5C-90D4-2FE94554FE8E}" presName="thickLine" presStyleLbl="alignNode1" presStyleIdx="1" presStyleCnt="6"/>
      <dgm:spPr/>
    </dgm:pt>
    <dgm:pt modelId="{2CF09524-ECEC-4FED-A6F7-8DE2545CAF30}" type="pres">
      <dgm:prSet presAssocID="{F4C1544B-7B99-4C5C-90D4-2FE94554FE8E}" presName="horz1" presStyleCnt="0"/>
      <dgm:spPr/>
    </dgm:pt>
    <dgm:pt modelId="{B62F384D-FF2E-42EA-BB64-E0A1DCD7A416}" type="pres">
      <dgm:prSet presAssocID="{F4C1544B-7B99-4C5C-90D4-2FE94554FE8E}" presName="tx1" presStyleLbl="revTx" presStyleIdx="1" presStyleCnt="6"/>
      <dgm:spPr/>
    </dgm:pt>
    <dgm:pt modelId="{C59E2711-8640-4690-868C-6B03684232A8}" type="pres">
      <dgm:prSet presAssocID="{F4C1544B-7B99-4C5C-90D4-2FE94554FE8E}" presName="vert1" presStyleCnt="0"/>
      <dgm:spPr/>
    </dgm:pt>
    <dgm:pt modelId="{DCC643C0-5C63-4FDB-8CC8-F8E12FAE5F46}" type="pres">
      <dgm:prSet presAssocID="{D4EA3F80-1F46-4709-8FB0-86A6676DE608}" presName="thickLine" presStyleLbl="alignNode1" presStyleIdx="2" presStyleCnt="6"/>
      <dgm:spPr/>
    </dgm:pt>
    <dgm:pt modelId="{FAF7B622-4FC1-43EA-B8A6-EC02E1789575}" type="pres">
      <dgm:prSet presAssocID="{D4EA3F80-1F46-4709-8FB0-86A6676DE608}" presName="horz1" presStyleCnt="0"/>
      <dgm:spPr/>
    </dgm:pt>
    <dgm:pt modelId="{632CB7EB-C4F3-4B88-AC1F-2E0612467C89}" type="pres">
      <dgm:prSet presAssocID="{D4EA3F80-1F46-4709-8FB0-86A6676DE608}" presName="tx1" presStyleLbl="revTx" presStyleIdx="2" presStyleCnt="6"/>
      <dgm:spPr/>
    </dgm:pt>
    <dgm:pt modelId="{22038736-BF77-45E8-A5C1-AE5E79A4E298}" type="pres">
      <dgm:prSet presAssocID="{D4EA3F80-1F46-4709-8FB0-86A6676DE608}" presName="vert1" presStyleCnt="0"/>
      <dgm:spPr/>
    </dgm:pt>
    <dgm:pt modelId="{72C25A4C-8DF0-4B6F-B98D-3EE981544AE2}" type="pres">
      <dgm:prSet presAssocID="{F492990C-792F-42D8-8F39-9D7EBD737271}" presName="thickLine" presStyleLbl="alignNode1" presStyleIdx="3" presStyleCnt="6"/>
      <dgm:spPr/>
    </dgm:pt>
    <dgm:pt modelId="{21C93E08-B74E-442E-A625-7D1A44E24551}" type="pres">
      <dgm:prSet presAssocID="{F492990C-792F-42D8-8F39-9D7EBD737271}" presName="horz1" presStyleCnt="0"/>
      <dgm:spPr/>
    </dgm:pt>
    <dgm:pt modelId="{ED20DA20-DE8C-4EFE-918F-9C463687614F}" type="pres">
      <dgm:prSet presAssocID="{F492990C-792F-42D8-8F39-9D7EBD737271}" presName="tx1" presStyleLbl="revTx" presStyleIdx="3" presStyleCnt="6"/>
      <dgm:spPr/>
    </dgm:pt>
    <dgm:pt modelId="{073D886A-097C-475F-B411-5C71CF19559C}" type="pres">
      <dgm:prSet presAssocID="{F492990C-792F-42D8-8F39-9D7EBD737271}" presName="vert1" presStyleCnt="0"/>
      <dgm:spPr/>
    </dgm:pt>
    <dgm:pt modelId="{7630CE90-FB75-441F-9EE6-DB2F8F5876EC}" type="pres">
      <dgm:prSet presAssocID="{A83D9377-0ADC-4E09-AB37-A083304779D8}" presName="thickLine" presStyleLbl="alignNode1" presStyleIdx="4" presStyleCnt="6"/>
      <dgm:spPr/>
    </dgm:pt>
    <dgm:pt modelId="{D5419676-01DC-42BB-8962-95AE6645A39B}" type="pres">
      <dgm:prSet presAssocID="{A83D9377-0ADC-4E09-AB37-A083304779D8}" presName="horz1" presStyleCnt="0"/>
      <dgm:spPr/>
    </dgm:pt>
    <dgm:pt modelId="{A0BD9358-C865-42BB-BB0A-C9FD3D07D9A1}" type="pres">
      <dgm:prSet presAssocID="{A83D9377-0ADC-4E09-AB37-A083304779D8}" presName="tx1" presStyleLbl="revTx" presStyleIdx="4" presStyleCnt="6"/>
      <dgm:spPr/>
    </dgm:pt>
    <dgm:pt modelId="{BD957D4D-DF81-4808-AC87-AFB1E0801226}" type="pres">
      <dgm:prSet presAssocID="{A83D9377-0ADC-4E09-AB37-A083304779D8}" presName="vert1" presStyleCnt="0"/>
      <dgm:spPr/>
    </dgm:pt>
    <dgm:pt modelId="{A5640B2B-8A53-4997-9502-D075246AB25C}" type="pres">
      <dgm:prSet presAssocID="{220AB62C-0D8E-454A-8AB1-C9E42C719E28}" presName="thickLine" presStyleLbl="alignNode1" presStyleIdx="5" presStyleCnt="6"/>
      <dgm:spPr/>
    </dgm:pt>
    <dgm:pt modelId="{5EC02579-97AF-47C7-870F-95796084F20A}" type="pres">
      <dgm:prSet presAssocID="{220AB62C-0D8E-454A-8AB1-C9E42C719E28}" presName="horz1" presStyleCnt="0"/>
      <dgm:spPr/>
    </dgm:pt>
    <dgm:pt modelId="{81744DDF-48CA-4D68-9640-57680B8D0032}" type="pres">
      <dgm:prSet presAssocID="{220AB62C-0D8E-454A-8AB1-C9E42C719E28}" presName="tx1" presStyleLbl="revTx" presStyleIdx="5" presStyleCnt="6"/>
      <dgm:spPr/>
    </dgm:pt>
    <dgm:pt modelId="{E76664E3-38EC-412A-9754-AD14D68ABFCF}" type="pres">
      <dgm:prSet presAssocID="{220AB62C-0D8E-454A-8AB1-C9E42C719E28}" presName="vert1" presStyleCnt="0"/>
      <dgm:spPr/>
    </dgm:pt>
  </dgm:ptLst>
  <dgm:cxnLst>
    <dgm:cxn modelId="{95ADD611-761D-4F71-B35B-FAA70A5E7018}" type="presOf" srcId="{220AB62C-0D8E-454A-8AB1-C9E42C719E28}" destId="{81744DDF-48CA-4D68-9640-57680B8D0032}" srcOrd="0" destOrd="0" presId="urn:microsoft.com/office/officeart/2008/layout/LinedList"/>
    <dgm:cxn modelId="{8CAF1836-FDEE-47A0-8AA4-E0751D2CBA1F}" type="presOf" srcId="{AEE8377F-3CAB-47F8-A308-A8828C9BCB57}" destId="{11F543A8-306B-4019-8B68-E5D5C01BC5C1}" srcOrd="0" destOrd="0" presId="urn:microsoft.com/office/officeart/2008/layout/LinedList"/>
    <dgm:cxn modelId="{4546935D-9051-49B6-B025-CFCE5CC56E9A}" type="presOf" srcId="{477259C5-4AAA-4F86-8E58-A26EEA5E1738}" destId="{ADC27516-2044-4310-A674-D812D799132A}" srcOrd="0" destOrd="0" presId="urn:microsoft.com/office/officeart/2008/layout/LinedList"/>
    <dgm:cxn modelId="{6D86FF45-A938-4101-8A5E-B6BD9BC13DFE}" type="presOf" srcId="{F492990C-792F-42D8-8F39-9D7EBD737271}" destId="{ED20DA20-DE8C-4EFE-918F-9C463687614F}" srcOrd="0" destOrd="0" presId="urn:microsoft.com/office/officeart/2008/layout/LinedList"/>
    <dgm:cxn modelId="{552B084C-E96C-448E-8BD6-E3FD14E3C075}" type="presOf" srcId="{D4EA3F80-1F46-4709-8FB0-86A6676DE608}" destId="{632CB7EB-C4F3-4B88-AC1F-2E0612467C89}" srcOrd="0" destOrd="0" presId="urn:microsoft.com/office/officeart/2008/layout/LinedList"/>
    <dgm:cxn modelId="{E663EC58-4D14-4B94-9FA2-3D9032651748}" type="presOf" srcId="{A83D9377-0ADC-4E09-AB37-A083304779D8}" destId="{A0BD9358-C865-42BB-BB0A-C9FD3D07D9A1}" srcOrd="0" destOrd="0" presId="urn:microsoft.com/office/officeart/2008/layout/LinedList"/>
    <dgm:cxn modelId="{496F62C0-C02D-4F8F-933B-EB7DC1122A39}" srcId="{477259C5-4AAA-4F86-8E58-A26EEA5E1738}" destId="{AEE8377F-3CAB-47F8-A308-A8828C9BCB57}" srcOrd="0" destOrd="0" parTransId="{3DCCF38C-8822-42DF-826B-594A6136F833}" sibTransId="{F275B27E-FB70-4B63-A20F-331FA3883330}"/>
    <dgm:cxn modelId="{6074C7CA-ECED-4744-83F6-1868BE8750F8}" srcId="{477259C5-4AAA-4F86-8E58-A26EEA5E1738}" destId="{A83D9377-0ADC-4E09-AB37-A083304779D8}" srcOrd="4" destOrd="0" parTransId="{6BB14007-1AEE-45BF-942B-E61E45D9B49D}" sibTransId="{34B54E93-DE16-430D-8037-4E7404DD0D2B}"/>
    <dgm:cxn modelId="{857EA2D0-A84C-4BCD-89A2-A9BFC8E2F0BC}" srcId="{477259C5-4AAA-4F86-8E58-A26EEA5E1738}" destId="{D4EA3F80-1F46-4709-8FB0-86A6676DE608}" srcOrd="2" destOrd="0" parTransId="{1EAB79BF-95DB-4BA7-B49F-17F4BDEDACC0}" sibTransId="{64F23353-ADDF-43F1-9D6D-6DDBDF51425E}"/>
    <dgm:cxn modelId="{B1704FE2-9668-4742-B869-8B0063902407}" srcId="{477259C5-4AAA-4F86-8E58-A26EEA5E1738}" destId="{220AB62C-0D8E-454A-8AB1-C9E42C719E28}" srcOrd="5" destOrd="0" parTransId="{751E248A-5023-4A16-9CA9-6EB940EACB16}" sibTransId="{5B341013-4F1F-452C-8999-D0E44482B95C}"/>
    <dgm:cxn modelId="{719313F5-BAFC-4908-9E85-D3DA7C65317C}" srcId="{477259C5-4AAA-4F86-8E58-A26EEA5E1738}" destId="{F492990C-792F-42D8-8F39-9D7EBD737271}" srcOrd="3" destOrd="0" parTransId="{D0F3D2A6-A3F3-4DE5-9599-AE92EC3249D9}" sibTransId="{81B88679-91A6-4C26-948D-C839637EF77A}"/>
    <dgm:cxn modelId="{38C362FD-C65F-4D05-8A77-89443FA8AE5F}" type="presOf" srcId="{F4C1544B-7B99-4C5C-90D4-2FE94554FE8E}" destId="{B62F384D-FF2E-42EA-BB64-E0A1DCD7A416}" srcOrd="0" destOrd="0" presId="urn:microsoft.com/office/officeart/2008/layout/LinedList"/>
    <dgm:cxn modelId="{8AD055FD-78C0-44BD-AB3B-40CD84F4F4B8}" srcId="{477259C5-4AAA-4F86-8E58-A26EEA5E1738}" destId="{F4C1544B-7B99-4C5C-90D4-2FE94554FE8E}" srcOrd="1" destOrd="0" parTransId="{CD05E737-9CAB-4C4B-BF9D-9DAE00EA7399}" sibTransId="{DABD84F2-B043-4350-B136-857B152A19F5}"/>
    <dgm:cxn modelId="{4A1FE9B8-129F-4317-A75B-0C4817A49B9D}" type="presParOf" srcId="{ADC27516-2044-4310-A674-D812D799132A}" destId="{4D9ACB02-1AB4-4A5F-A674-94319C2E5A22}" srcOrd="0" destOrd="0" presId="urn:microsoft.com/office/officeart/2008/layout/LinedList"/>
    <dgm:cxn modelId="{83F3C120-DFDC-4DB9-A41E-418C25EC8D97}" type="presParOf" srcId="{ADC27516-2044-4310-A674-D812D799132A}" destId="{9E452131-5594-4238-B3BC-48D4A934BA45}" srcOrd="1" destOrd="0" presId="urn:microsoft.com/office/officeart/2008/layout/LinedList"/>
    <dgm:cxn modelId="{B1A64487-6FFA-4770-9DCA-55A04AC3D8E0}" type="presParOf" srcId="{9E452131-5594-4238-B3BC-48D4A934BA45}" destId="{11F543A8-306B-4019-8B68-E5D5C01BC5C1}" srcOrd="0" destOrd="0" presId="urn:microsoft.com/office/officeart/2008/layout/LinedList"/>
    <dgm:cxn modelId="{BAC5CA80-408B-4EF8-BB80-4BB83733FEA6}" type="presParOf" srcId="{9E452131-5594-4238-B3BC-48D4A934BA45}" destId="{B49968C1-E436-462C-AA04-C7E48D315813}" srcOrd="1" destOrd="0" presId="urn:microsoft.com/office/officeart/2008/layout/LinedList"/>
    <dgm:cxn modelId="{43F556E9-242D-4FF7-B2C6-5E96A4F0EC72}" type="presParOf" srcId="{ADC27516-2044-4310-A674-D812D799132A}" destId="{D1EB463A-258F-4F1D-B667-939015885512}" srcOrd="2" destOrd="0" presId="urn:microsoft.com/office/officeart/2008/layout/LinedList"/>
    <dgm:cxn modelId="{DD8C6B6D-0A37-4A89-BEF7-5F5A614916D8}" type="presParOf" srcId="{ADC27516-2044-4310-A674-D812D799132A}" destId="{2CF09524-ECEC-4FED-A6F7-8DE2545CAF30}" srcOrd="3" destOrd="0" presId="urn:microsoft.com/office/officeart/2008/layout/LinedList"/>
    <dgm:cxn modelId="{3BD8E949-6C20-40A1-8F3F-D4FE2261DE31}" type="presParOf" srcId="{2CF09524-ECEC-4FED-A6F7-8DE2545CAF30}" destId="{B62F384D-FF2E-42EA-BB64-E0A1DCD7A416}" srcOrd="0" destOrd="0" presId="urn:microsoft.com/office/officeart/2008/layout/LinedList"/>
    <dgm:cxn modelId="{D2ED4B71-0F27-4AAE-A0EE-8AE8D1685DBA}" type="presParOf" srcId="{2CF09524-ECEC-4FED-A6F7-8DE2545CAF30}" destId="{C59E2711-8640-4690-868C-6B03684232A8}" srcOrd="1" destOrd="0" presId="urn:microsoft.com/office/officeart/2008/layout/LinedList"/>
    <dgm:cxn modelId="{2FE63306-00F8-44C1-88F5-97A27681AE10}" type="presParOf" srcId="{ADC27516-2044-4310-A674-D812D799132A}" destId="{DCC643C0-5C63-4FDB-8CC8-F8E12FAE5F46}" srcOrd="4" destOrd="0" presId="urn:microsoft.com/office/officeart/2008/layout/LinedList"/>
    <dgm:cxn modelId="{7AA70E54-4252-4A83-8800-6743B762B031}" type="presParOf" srcId="{ADC27516-2044-4310-A674-D812D799132A}" destId="{FAF7B622-4FC1-43EA-B8A6-EC02E1789575}" srcOrd="5" destOrd="0" presId="urn:microsoft.com/office/officeart/2008/layout/LinedList"/>
    <dgm:cxn modelId="{A00D8739-17FD-47C4-A67D-EB9D3EF825F7}" type="presParOf" srcId="{FAF7B622-4FC1-43EA-B8A6-EC02E1789575}" destId="{632CB7EB-C4F3-4B88-AC1F-2E0612467C89}" srcOrd="0" destOrd="0" presId="urn:microsoft.com/office/officeart/2008/layout/LinedList"/>
    <dgm:cxn modelId="{FE89A23D-12F0-4CA8-8493-E1799ADCA784}" type="presParOf" srcId="{FAF7B622-4FC1-43EA-B8A6-EC02E1789575}" destId="{22038736-BF77-45E8-A5C1-AE5E79A4E298}" srcOrd="1" destOrd="0" presId="urn:microsoft.com/office/officeart/2008/layout/LinedList"/>
    <dgm:cxn modelId="{D6A77740-06BE-4F77-8FAB-CFA7A11ACA2E}" type="presParOf" srcId="{ADC27516-2044-4310-A674-D812D799132A}" destId="{72C25A4C-8DF0-4B6F-B98D-3EE981544AE2}" srcOrd="6" destOrd="0" presId="urn:microsoft.com/office/officeart/2008/layout/LinedList"/>
    <dgm:cxn modelId="{08690C12-A4CC-4BC2-B003-16ECC888A1AA}" type="presParOf" srcId="{ADC27516-2044-4310-A674-D812D799132A}" destId="{21C93E08-B74E-442E-A625-7D1A44E24551}" srcOrd="7" destOrd="0" presId="urn:microsoft.com/office/officeart/2008/layout/LinedList"/>
    <dgm:cxn modelId="{8C1ACF04-5D20-4A24-8CEC-F97204222393}" type="presParOf" srcId="{21C93E08-B74E-442E-A625-7D1A44E24551}" destId="{ED20DA20-DE8C-4EFE-918F-9C463687614F}" srcOrd="0" destOrd="0" presId="urn:microsoft.com/office/officeart/2008/layout/LinedList"/>
    <dgm:cxn modelId="{CDA54BFB-E231-44AD-ACE1-746136BBD8C1}" type="presParOf" srcId="{21C93E08-B74E-442E-A625-7D1A44E24551}" destId="{073D886A-097C-475F-B411-5C71CF19559C}" srcOrd="1" destOrd="0" presId="urn:microsoft.com/office/officeart/2008/layout/LinedList"/>
    <dgm:cxn modelId="{A3D4B6BF-773A-4DD3-B995-1165282525B5}" type="presParOf" srcId="{ADC27516-2044-4310-A674-D812D799132A}" destId="{7630CE90-FB75-441F-9EE6-DB2F8F5876EC}" srcOrd="8" destOrd="0" presId="urn:microsoft.com/office/officeart/2008/layout/LinedList"/>
    <dgm:cxn modelId="{3194D670-7809-4CCD-8006-037DA1533AAD}" type="presParOf" srcId="{ADC27516-2044-4310-A674-D812D799132A}" destId="{D5419676-01DC-42BB-8962-95AE6645A39B}" srcOrd="9" destOrd="0" presId="urn:microsoft.com/office/officeart/2008/layout/LinedList"/>
    <dgm:cxn modelId="{9C49BDA3-E353-42DF-A47E-A49967790DB5}" type="presParOf" srcId="{D5419676-01DC-42BB-8962-95AE6645A39B}" destId="{A0BD9358-C865-42BB-BB0A-C9FD3D07D9A1}" srcOrd="0" destOrd="0" presId="urn:microsoft.com/office/officeart/2008/layout/LinedList"/>
    <dgm:cxn modelId="{05D38DAA-FE04-434E-8E57-D6198973EEEF}" type="presParOf" srcId="{D5419676-01DC-42BB-8962-95AE6645A39B}" destId="{BD957D4D-DF81-4808-AC87-AFB1E0801226}" srcOrd="1" destOrd="0" presId="urn:microsoft.com/office/officeart/2008/layout/LinedList"/>
    <dgm:cxn modelId="{EE6E8B0C-E761-4C55-A254-6F172E6470A2}" type="presParOf" srcId="{ADC27516-2044-4310-A674-D812D799132A}" destId="{A5640B2B-8A53-4997-9502-D075246AB25C}" srcOrd="10" destOrd="0" presId="urn:microsoft.com/office/officeart/2008/layout/LinedList"/>
    <dgm:cxn modelId="{671E35DF-9FB8-4B0B-8534-46AD05219393}" type="presParOf" srcId="{ADC27516-2044-4310-A674-D812D799132A}" destId="{5EC02579-97AF-47C7-870F-95796084F20A}" srcOrd="11" destOrd="0" presId="urn:microsoft.com/office/officeart/2008/layout/LinedList"/>
    <dgm:cxn modelId="{DE9C3FB7-0F48-49DA-B326-41BB4D5B64CF}" type="presParOf" srcId="{5EC02579-97AF-47C7-870F-95796084F20A}" destId="{81744DDF-48CA-4D68-9640-57680B8D0032}" srcOrd="0" destOrd="0" presId="urn:microsoft.com/office/officeart/2008/layout/LinedList"/>
    <dgm:cxn modelId="{E776CE31-FF23-41F6-8610-8F6A7EFB9BD5}" type="presParOf" srcId="{5EC02579-97AF-47C7-870F-95796084F20A}" destId="{E76664E3-38EC-412A-9754-AD14D68ABF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A317E5-7AD2-45E8-99E3-7FFA620E805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714762-A9B3-4CB7-823A-3F8C786686EF}">
      <dgm:prSet/>
      <dgm:spPr/>
      <dgm:t>
        <a:bodyPr/>
        <a:lstStyle/>
        <a:p>
          <a:r>
            <a:rPr lang="lt-LT" b="1"/>
            <a:t>GMM en riesgo financiero y Value-at-Risk:</a:t>
          </a:r>
          <a:r>
            <a:rPr lang="lt-LT"/>
            <a:t> </a:t>
          </a:r>
          <a:endParaRPr lang="en-US"/>
        </a:p>
      </dgm:t>
    </dgm:pt>
    <dgm:pt modelId="{16E56ED2-4B58-4830-B15F-E506A755A5A0}" type="parTrans" cxnId="{621EA331-DA7E-4BC6-AA76-D150CC29594C}">
      <dgm:prSet/>
      <dgm:spPr/>
      <dgm:t>
        <a:bodyPr/>
        <a:lstStyle/>
        <a:p>
          <a:endParaRPr lang="en-US"/>
        </a:p>
      </dgm:t>
    </dgm:pt>
    <dgm:pt modelId="{656F3962-E35E-4189-8CB0-2FF574B671CA}" type="sibTrans" cxnId="{621EA331-DA7E-4BC6-AA76-D150CC29594C}">
      <dgm:prSet/>
      <dgm:spPr/>
      <dgm:t>
        <a:bodyPr/>
        <a:lstStyle/>
        <a:p>
          <a:endParaRPr lang="en-US"/>
        </a:p>
      </dgm:t>
    </dgm:pt>
    <dgm:pt modelId="{DAEECDF6-796A-4A9B-8D6F-80BF46A06239}">
      <dgm:prSet/>
      <dgm:spPr/>
      <dgm:t>
        <a:bodyPr/>
        <a:lstStyle/>
        <a:p>
          <a:r>
            <a:rPr lang="lt-LT"/>
            <a:t>Morkūnaitė, I., Celov, D., Leipus, R. (2024). </a:t>
          </a:r>
          <a:r>
            <a:rPr lang="lt-LT" i="1"/>
            <a:t>Evaluation of Value-at-Risk (VaR) using the Gaussian Mixture Models</a:t>
          </a:r>
          <a:r>
            <a:rPr lang="lt-LT"/>
            <a:t>. Research in Statistics.</a:t>
          </a:r>
          <a:br>
            <a:rPr lang="lt-LT"/>
          </a:br>
          <a:r>
            <a:rPr lang="lt-LT">
              <a:hlinkClick xmlns:r="http://schemas.openxmlformats.org/officeDocument/2006/relationships" r:id="rId1"/>
            </a:rPr>
            <a:t>PDF</a:t>
          </a:r>
          <a:r>
            <a:rPr lang="lt-LT"/>
            <a:t> </a:t>
          </a:r>
          <a:r>
            <a:rPr lang="lt-LT">
              <a:hlinkClick xmlns:r="http://schemas.openxmlformats.org/officeDocument/2006/relationships" r:id="rId1"/>
            </a:rPr>
            <a:t>[tandfonline.com]</a:t>
          </a:r>
          <a:endParaRPr lang="en-US"/>
        </a:p>
      </dgm:t>
    </dgm:pt>
    <dgm:pt modelId="{4A4233A7-9153-4352-9B5D-F806831787AA}" type="parTrans" cxnId="{E8269573-EC11-4E3E-BB05-E3FA43FF761E}">
      <dgm:prSet/>
      <dgm:spPr/>
      <dgm:t>
        <a:bodyPr/>
        <a:lstStyle/>
        <a:p>
          <a:endParaRPr lang="en-US"/>
        </a:p>
      </dgm:t>
    </dgm:pt>
    <dgm:pt modelId="{9F68916D-C1A7-496D-B77F-08D9D4AA58ED}" type="sibTrans" cxnId="{E8269573-EC11-4E3E-BB05-E3FA43FF761E}">
      <dgm:prSet/>
      <dgm:spPr/>
      <dgm:t>
        <a:bodyPr/>
        <a:lstStyle/>
        <a:p>
          <a:endParaRPr lang="en-US"/>
        </a:p>
      </dgm:t>
    </dgm:pt>
    <dgm:pt modelId="{18311369-7ED3-479C-A868-DBA12F6F9F7E}">
      <dgm:prSet/>
      <dgm:spPr/>
      <dgm:t>
        <a:bodyPr/>
        <a:lstStyle/>
        <a:p>
          <a:r>
            <a:rPr lang="lt-LT" b="1"/>
            <a:t>t-mixture models para colas pesadas en retornos financieros:</a:t>
          </a:r>
          <a:r>
            <a:rPr lang="lt-LT"/>
            <a:t> </a:t>
          </a:r>
          <a:endParaRPr lang="en-US"/>
        </a:p>
      </dgm:t>
    </dgm:pt>
    <dgm:pt modelId="{0E6D3E1F-6357-4B2F-A96A-B57AA426B541}" type="parTrans" cxnId="{13D8494C-3EAD-45A9-94B5-814CCFE20D7C}">
      <dgm:prSet/>
      <dgm:spPr/>
      <dgm:t>
        <a:bodyPr/>
        <a:lstStyle/>
        <a:p>
          <a:endParaRPr lang="en-US"/>
        </a:p>
      </dgm:t>
    </dgm:pt>
    <dgm:pt modelId="{6F638A42-8810-48E9-97E2-8D6D0F3FC235}" type="sibTrans" cxnId="{13D8494C-3EAD-45A9-94B5-814CCFE20D7C}">
      <dgm:prSet/>
      <dgm:spPr/>
      <dgm:t>
        <a:bodyPr/>
        <a:lstStyle/>
        <a:p>
          <a:endParaRPr lang="en-US"/>
        </a:p>
      </dgm:t>
    </dgm:pt>
    <dgm:pt modelId="{50890AD5-8C37-4FF4-B780-D343C1C763AB}">
      <dgm:prSet/>
      <dgm:spPr/>
      <dgm:t>
        <a:bodyPr/>
        <a:lstStyle/>
        <a:p>
          <a:r>
            <a:rPr lang="lt-LT"/>
            <a:t>Wong, C.S., Chan, W.S., Kam, P.L. (2009). </a:t>
          </a:r>
          <a:r>
            <a:rPr lang="lt-LT" i="1"/>
            <a:t>A Student t-mixture autoregressive model with applications to heavy-tailed financial data</a:t>
          </a:r>
          <a:r>
            <a:rPr lang="lt-LT"/>
            <a:t>. Biometrika, 96(3), 751–760.</a:t>
          </a:r>
          <a:br>
            <a:rPr lang="lt-LT"/>
          </a:br>
          <a:r>
            <a:rPr lang="lt-LT">
              <a:hlinkClick xmlns:r="http://schemas.openxmlformats.org/officeDocument/2006/relationships" r:id="rId2"/>
            </a:rPr>
            <a:t>Resumen</a:t>
          </a:r>
          <a:r>
            <a:rPr lang="lt-LT"/>
            <a:t> </a:t>
          </a:r>
          <a:r>
            <a:rPr lang="lt-LT">
              <a:hlinkClick xmlns:r="http://schemas.openxmlformats.org/officeDocument/2006/relationships" r:id="rId2"/>
            </a:rPr>
            <a:t>[academic.oup.com]</a:t>
          </a:r>
          <a:endParaRPr lang="en-US"/>
        </a:p>
      </dgm:t>
    </dgm:pt>
    <dgm:pt modelId="{84030ED2-76F4-4ECF-9415-BB85157EF019}" type="parTrans" cxnId="{3601C632-3910-43B8-ADDD-B394B856EBC5}">
      <dgm:prSet/>
      <dgm:spPr/>
      <dgm:t>
        <a:bodyPr/>
        <a:lstStyle/>
        <a:p>
          <a:endParaRPr lang="en-US"/>
        </a:p>
      </dgm:t>
    </dgm:pt>
    <dgm:pt modelId="{44E8D885-96CD-4A79-8E50-34809D142690}" type="sibTrans" cxnId="{3601C632-3910-43B8-ADDD-B394B856EBC5}">
      <dgm:prSet/>
      <dgm:spPr/>
      <dgm:t>
        <a:bodyPr/>
        <a:lstStyle/>
        <a:p>
          <a:endParaRPr lang="en-US"/>
        </a:p>
      </dgm:t>
    </dgm:pt>
    <dgm:pt modelId="{0BD9E870-8447-414C-B940-9021774748C9}">
      <dgm:prSet/>
      <dgm:spPr/>
      <dgm:t>
        <a:bodyPr/>
        <a:lstStyle/>
        <a:p>
          <a:r>
            <a:rPr lang="lt-LT"/>
            <a:t>Peel, D., McLachlan, G.J. (2000). </a:t>
          </a:r>
          <a:r>
            <a:rPr lang="lt-LT" i="1"/>
            <a:t>Robust mixture modelling using the t distribution</a:t>
          </a:r>
          <a:r>
            <a:rPr lang="lt-LT"/>
            <a:t>.</a:t>
          </a:r>
          <a:br>
            <a:rPr lang="lt-LT"/>
          </a:br>
          <a:r>
            <a:rPr lang="lt-LT">
              <a:hlinkClick xmlns:r="http://schemas.openxmlformats.org/officeDocument/2006/relationships" r:id="rId3"/>
            </a:rPr>
            <a:t>PDF</a:t>
          </a:r>
          <a:r>
            <a:rPr lang="lt-LT"/>
            <a:t> </a:t>
          </a:r>
          <a:r>
            <a:rPr lang="lt-LT">
              <a:hlinkClick xmlns:r="http://schemas.openxmlformats.org/officeDocument/2006/relationships" r:id="rId3"/>
            </a:rPr>
            <a:t>[people.smp.uq.edu.au]</a:t>
          </a:r>
          <a:endParaRPr lang="en-US"/>
        </a:p>
      </dgm:t>
    </dgm:pt>
    <dgm:pt modelId="{9DA9A138-DF84-41DF-B06A-4052BCEE3DE3}" type="parTrans" cxnId="{C0077CFA-D9D4-48D2-833A-BA26D2044F85}">
      <dgm:prSet/>
      <dgm:spPr/>
      <dgm:t>
        <a:bodyPr/>
        <a:lstStyle/>
        <a:p>
          <a:endParaRPr lang="en-US"/>
        </a:p>
      </dgm:t>
    </dgm:pt>
    <dgm:pt modelId="{43DBD40C-85BB-4DCC-9AE0-F760D8F303E3}" type="sibTrans" cxnId="{C0077CFA-D9D4-48D2-833A-BA26D2044F85}">
      <dgm:prSet/>
      <dgm:spPr/>
      <dgm:t>
        <a:bodyPr/>
        <a:lstStyle/>
        <a:p>
          <a:endParaRPr lang="en-US"/>
        </a:p>
      </dgm:t>
    </dgm:pt>
    <dgm:pt modelId="{C5075FE7-5E82-4A13-80F8-AF49A4E82765}" type="pres">
      <dgm:prSet presAssocID="{B3A317E5-7AD2-45E8-99E3-7FFA620E805E}" presName="Name0" presStyleCnt="0">
        <dgm:presLayoutVars>
          <dgm:dir/>
          <dgm:animLvl val="lvl"/>
          <dgm:resizeHandles val="exact"/>
        </dgm:presLayoutVars>
      </dgm:prSet>
      <dgm:spPr/>
    </dgm:pt>
    <dgm:pt modelId="{14327650-2649-4B25-85D8-B679449211DC}" type="pres">
      <dgm:prSet presAssocID="{36714762-A9B3-4CB7-823A-3F8C786686EF}" presName="linNode" presStyleCnt="0"/>
      <dgm:spPr/>
    </dgm:pt>
    <dgm:pt modelId="{4D00C279-3DF1-4AD0-AF8D-1AAB0B90AA86}" type="pres">
      <dgm:prSet presAssocID="{36714762-A9B3-4CB7-823A-3F8C786686E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7D54F5F-6462-4146-AA33-F0AFFA1888A9}" type="pres">
      <dgm:prSet presAssocID="{36714762-A9B3-4CB7-823A-3F8C786686EF}" presName="descendantText" presStyleLbl="alignAccFollowNode1" presStyleIdx="0" presStyleCnt="2">
        <dgm:presLayoutVars>
          <dgm:bulletEnabled val="1"/>
        </dgm:presLayoutVars>
      </dgm:prSet>
      <dgm:spPr/>
    </dgm:pt>
    <dgm:pt modelId="{21EAE37F-A209-487D-B389-2FBADCFAB175}" type="pres">
      <dgm:prSet presAssocID="{656F3962-E35E-4189-8CB0-2FF574B671CA}" presName="sp" presStyleCnt="0"/>
      <dgm:spPr/>
    </dgm:pt>
    <dgm:pt modelId="{43025CF0-5776-4458-A0CD-15D3D2C3A6F0}" type="pres">
      <dgm:prSet presAssocID="{18311369-7ED3-479C-A868-DBA12F6F9F7E}" presName="linNode" presStyleCnt="0"/>
      <dgm:spPr/>
    </dgm:pt>
    <dgm:pt modelId="{9B86B244-7FF2-47DC-AB5D-23FF5A2B8BB4}" type="pres">
      <dgm:prSet presAssocID="{18311369-7ED3-479C-A868-DBA12F6F9F7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A326384-042D-4610-A352-C8E56027A9CF}" type="pres">
      <dgm:prSet presAssocID="{18311369-7ED3-479C-A868-DBA12F6F9F7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C544D11-BA33-4398-B502-CE81720DC8C3}" type="presOf" srcId="{18311369-7ED3-479C-A868-DBA12F6F9F7E}" destId="{9B86B244-7FF2-47DC-AB5D-23FF5A2B8BB4}" srcOrd="0" destOrd="0" presId="urn:microsoft.com/office/officeart/2005/8/layout/vList5"/>
    <dgm:cxn modelId="{621EA331-DA7E-4BC6-AA76-D150CC29594C}" srcId="{B3A317E5-7AD2-45E8-99E3-7FFA620E805E}" destId="{36714762-A9B3-4CB7-823A-3F8C786686EF}" srcOrd="0" destOrd="0" parTransId="{16E56ED2-4B58-4830-B15F-E506A755A5A0}" sibTransId="{656F3962-E35E-4189-8CB0-2FF574B671CA}"/>
    <dgm:cxn modelId="{3601C632-3910-43B8-ADDD-B394B856EBC5}" srcId="{18311369-7ED3-479C-A868-DBA12F6F9F7E}" destId="{50890AD5-8C37-4FF4-B780-D343C1C763AB}" srcOrd="0" destOrd="0" parTransId="{84030ED2-76F4-4ECF-9415-BB85157EF019}" sibTransId="{44E8D885-96CD-4A79-8E50-34809D142690}"/>
    <dgm:cxn modelId="{678E9C3E-9E99-4576-AD3C-2A7E6018FA83}" type="presOf" srcId="{36714762-A9B3-4CB7-823A-3F8C786686EF}" destId="{4D00C279-3DF1-4AD0-AF8D-1AAB0B90AA86}" srcOrd="0" destOrd="0" presId="urn:microsoft.com/office/officeart/2005/8/layout/vList5"/>
    <dgm:cxn modelId="{13D8494C-3EAD-45A9-94B5-814CCFE20D7C}" srcId="{B3A317E5-7AD2-45E8-99E3-7FFA620E805E}" destId="{18311369-7ED3-479C-A868-DBA12F6F9F7E}" srcOrd="1" destOrd="0" parTransId="{0E6D3E1F-6357-4B2F-A96A-B57AA426B541}" sibTransId="{6F638A42-8810-48E9-97E2-8D6D0F3FC235}"/>
    <dgm:cxn modelId="{E8269573-EC11-4E3E-BB05-E3FA43FF761E}" srcId="{36714762-A9B3-4CB7-823A-3F8C786686EF}" destId="{DAEECDF6-796A-4A9B-8D6F-80BF46A06239}" srcOrd="0" destOrd="0" parTransId="{4A4233A7-9153-4352-9B5D-F806831787AA}" sibTransId="{9F68916D-C1A7-496D-B77F-08D9D4AA58ED}"/>
    <dgm:cxn modelId="{4E504574-5FFA-4F7D-94C2-EE240982182D}" type="presOf" srcId="{DAEECDF6-796A-4A9B-8D6F-80BF46A06239}" destId="{D7D54F5F-6462-4146-AA33-F0AFFA1888A9}" srcOrd="0" destOrd="0" presId="urn:microsoft.com/office/officeart/2005/8/layout/vList5"/>
    <dgm:cxn modelId="{7957D58C-D65F-4E62-A0C8-4B1A1CAC810D}" type="presOf" srcId="{0BD9E870-8447-414C-B940-9021774748C9}" destId="{5A326384-042D-4610-A352-C8E56027A9CF}" srcOrd="0" destOrd="1" presId="urn:microsoft.com/office/officeart/2005/8/layout/vList5"/>
    <dgm:cxn modelId="{7C28FEE2-1EA1-460E-9423-31325D3713D3}" type="presOf" srcId="{B3A317E5-7AD2-45E8-99E3-7FFA620E805E}" destId="{C5075FE7-5E82-4A13-80F8-AF49A4E82765}" srcOrd="0" destOrd="0" presId="urn:microsoft.com/office/officeart/2005/8/layout/vList5"/>
    <dgm:cxn modelId="{C0077CFA-D9D4-48D2-833A-BA26D2044F85}" srcId="{18311369-7ED3-479C-A868-DBA12F6F9F7E}" destId="{0BD9E870-8447-414C-B940-9021774748C9}" srcOrd="1" destOrd="0" parTransId="{9DA9A138-DF84-41DF-B06A-4052BCEE3DE3}" sibTransId="{43DBD40C-85BB-4DCC-9AE0-F760D8F303E3}"/>
    <dgm:cxn modelId="{8D5A15FD-F0F2-4C02-BDEF-E0570BFE025F}" type="presOf" srcId="{50890AD5-8C37-4FF4-B780-D343C1C763AB}" destId="{5A326384-042D-4610-A352-C8E56027A9CF}" srcOrd="0" destOrd="0" presId="urn:microsoft.com/office/officeart/2005/8/layout/vList5"/>
    <dgm:cxn modelId="{F1104AC3-45CC-40AA-A387-C3E24DC77BE9}" type="presParOf" srcId="{C5075FE7-5E82-4A13-80F8-AF49A4E82765}" destId="{14327650-2649-4B25-85D8-B679449211DC}" srcOrd="0" destOrd="0" presId="urn:microsoft.com/office/officeart/2005/8/layout/vList5"/>
    <dgm:cxn modelId="{8FFB49DC-AEDB-42F1-B867-E68B9EC22D35}" type="presParOf" srcId="{14327650-2649-4B25-85D8-B679449211DC}" destId="{4D00C279-3DF1-4AD0-AF8D-1AAB0B90AA86}" srcOrd="0" destOrd="0" presId="urn:microsoft.com/office/officeart/2005/8/layout/vList5"/>
    <dgm:cxn modelId="{D94E7770-BFE3-43C3-966B-F1CE7A99F922}" type="presParOf" srcId="{14327650-2649-4B25-85D8-B679449211DC}" destId="{D7D54F5F-6462-4146-AA33-F0AFFA1888A9}" srcOrd="1" destOrd="0" presId="urn:microsoft.com/office/officeart/2005/8/layout/vList5"/>
    <dgm:cxn modelId="{5E7DEC39-6C04-4F42-A97F-B3C5BE99D107}" type="presParOf" srcId="{C5075FE7-5E82-4A13-80F8-AF49A4E82765}" destId="{21EAE37F-A209-487D-B389-2FBADCFAB175}" srcOrd="1" destOrd="0" presId="urn:microsoft.com/office/officeart/2005/8/layout/vList5"/>
    <dgm:cxn modelId="{76C40317-3815-412B-A478-5657D2508091}" type="presParOf" srcId="{C5075FE7-5E82-4A13-80F8-AF49A4E82765}" destId="{43025CF0-5776-4458-A0CD-15D3D2C3A6F0}" srcOrd="2" destOrd="0" presId="urn:microsoft.com/office/officeart/2005/8/layout/vList5"/>
    <dgm:cxn modelId="{F0BFFDEB-6C4E-4B90-842A-4D63F22C89E4}" type="presParOf" srcId="{43025CF0-5776-4458-A0CD-15D3D2C3A6F0}" destId="{9B86B244-7FF2-47DC-AB5D-23FF5A2B8BB4}" srcOrd="0" destOrd="0" presId="urn:microsoft.com/office/officeart/2005/8/layout/vList5"/>
    <dgm:cxn modelId="{EEA7CC4F-40F1-4FDF-827A-3BA157999ADF}" type="presParOf" srcId="{43025CF0-5776-4458-A0CD-15D3D2C3A6F0}" destId="{5A326384-042D-4610-A352-C8E56027A9C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05A5FB5-A29A-4896-97FB-B013D8E33116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C3BF1CA-5523-47E2-9A40-B45AC173D41F}">
      <dgm:prSet/>
      <dgm:spPr/>
      <dgm:t>
        <a:bodyPr/>
        <a:lstStyle/>
        <a:p>
          <a:r>
            <a:rPr lang="en-US"/>
            <a:t>Spectral Clustering:</a:t>
          </a:r>
        </a:p>
      </dgm:t>
    </dgm:pt>
    <dgm:pt modelId="{03993097-3294-4375-87B1-55E251861202}" type="parTrans" cxnId="{B0B52C54-B380-4314-9D8E-B20AB524C69D}">
      <dgm:prSet/>
      <dgm:spPr/>
      <dgm:t>
        <a:bodyPr/>
        <a:lstStyle/>
        <a:p>
          <a:endParaRPr lang="en-US"/>
        </a:p>
      </dgm:t>
    </dgm:pt>
    <dgm:pt modelId="{E713B7F8-88DB-4117-A696-B8597368C229}" type="sibTrans" cxnId="{B0B52C54-B380-4314-9D8E-B20AB524C69D}">
      <dgm:prSet/>
      <dgm:spPr/>
      <dgm:t>
        <a:bodyPr/>
        <a:lstStyle/>
        <a:p>
          <a:endParaRPr lang="en-US"/>
        </a:p>
      </dgm:t>
    </dgm:pt>
    <dgm:pt modelId="{52775C09-E609-4710-A1BB-E08BFAFACEAF}">
      <dgm:prSet/>
      <dgm:spPr/>
      <dgm:t>
        <a:bodyPr/>
        <a:lstStyle/>
        <a:p>
          <a:r>
            <a:rPr lang="en-US"/>
            <a:t>• Usa eigenvectores de la matriz de similitud (correlaciones o distancias).</a:t>
          </a:r>
        </a:p>
      </dgm:t>
    </dgm:pt>
    <dgm:pt modelId="{9823D894-6C01-4785-99BA-52E2B5EBA24B}" type="parTrans" cxnId="{CA51C860-482E-474C-BABA-CF8558634EC7}">
      <dgm:prSet/>
      <dgm:spPr/>
      <dgm:t>
        <a:bodyPr/>
        <a:lstStyle/>
        <a:p>
          <a:endParaRPr lang="en-US"/>
        </a:p>
      </dgm:t>
    </dgm:pt>
    <dgm:pt modelId="{2C129BB8-F89C-42F7-8029-CD1C51CF6A27}" type="sibTrans" cxnId="{CA51C860-482E-474C-BABA-CF8558634EC7}">
      <dgm:prSet/>
      <dgm:spPr/>
      <dgm:t>
        <a:bodyPr/>
        <a:lstStyle/>
        <a:p>
          <a:endParaRPr lang="en-US"/>
        </a:p>
      </dgm:t>
    </dgm:pt>
    <dgm:pt modelId="{BBD03CAC-DBDB-4952-AD13-71E10571A558}">
      <dgm:prSet/>
      <dgm:spPr/>
      <dgm:t>
        <a:bodyPr/>
        <a:lstStyle/>
        <a:p>
          <a:r>
            <a:rPr lang="en-US"/>
            <a:t>• Excelente para segmentar activos en función de matrices de correlación.</a:t>
          </a:r>
        </a:p>
      </dgm:t>
    </dgm:pt>
    <dgm:pt modelId="{8BE216F5-C3AF-4469-AB22-0E9EC8E62C7C}" type="parTrans" cxnId="{5A4DBBA7-D6BF-4AB6-96E6-607D1B71270C}">
      <dgm:prSet/>
      <dgm:spPr/>
      <dgm:t>
        <a:bodyPr/>
        <a:lstStyle/>
        <a:p>
          <a:endParaRPr lang="en-US"/>
        </a:p>
      </dgm:t>
    </dgm:pt>
    <dgm:pt modelId="{BDC47DD9-A634-4B23-83D4-BC85A18B5D78}" type="sibTrans" cxnId="{5A4DBBA7-D6BF-4AB6-96E6-607D1B71270C}">
      <dgm:prSet/>
      <dgm:spPr/>
      <dgm:t>
        <a:bodyPr/>
        <a:lstStyle/>
        <a:p>
          <a:endParaRPr lang="en-US"/>
        </a:p>
      </dgm:t>
    </dgm:pt>
    <dgm:pt modelId="{D9CB0AE7-45DF-45D4-BA2E-253B350BB5A0}">
      <dgm:prSet/>
      <dgm:spPr/>
      <dgm:t>
        <a:bodyPr/>
        <a:lstStyle/>
        <a:p>
          <a:r>
            <a:rPr lang="en-US"/>
            <a:t>• Adecuado para detectar clusters de portafolios o sectores correlacionados.</a:t>
          </a:r>
        </a:p>
      </dgm:t>
    </dgm:pt>
    <dgm:pt modelId="{CF337033-2DAB-4914-A16E-AD44A8659F28}" type="parTrans" cxnId="{9051A67C-96B3-4ED7-AA43-12078668A5F6}">
      <dgm:prSet/>
      <dgm:spPr/>
      <dgm:t>
        <a:bodyPr/>
        <a:lstStyle/>
        <a:p>
          <a:endParaRPr lang="en-US"/>
        </a:p>
      </dgm:t>
    </dgm:pt>
    <dgm:pt modelId="{E835C2C1-AB21-456F-9029-4D5DC106564B}" type="sibTrans" cxnId="{9051A67C-96B3-4ED7-AA43-12078668A5F6}">
      <dgm:prSet/>
      <dgm:spPr/>
      <dgm:t>
        <a:bodyPr/>
        <a:lstStyle/>
        <a:p>
          <a:endParaRPr lang="en-US"/>
        </a:p>
      </dgm:t>
    </dgm:pt>
    <dgm:pt modelId="{A9C1F261-2776-4381-B4C9-CC9774A20EFA}" type="pres">
      <dgm:prSet presAssocID="{C05A5FB5-A29A-4896-97FB-B013D8E33116}" presName="vert0" presStyleCnt="0">
        <dgm:presLayoutVars>
          <dgm:dir/>
          <dgm:animOne val="branch"/>
          <dgm:animLvl val="lvl"/>
        </dgm:presLayoutVars>
      </dgm:prSet>
      <dgm:spPr/>
    </dgm:pt>
    <dgm:pt modelId="{C69675B1-E246-4FE4-8992-D235F76B2FFD}" type="pres">
      <dgm:prSet presAssocID="{3C3BF1CA-5523-47E2-9A40-B45AC173D41F}" presName="thickLine" presStyleLbl="alignNode1" presStyleIdx="0" presStyleCnt="4"/>
      <dgm:spPr/>
    </dgm:pt>
    <dgm:pt modelId="{CFA57F51-E3C9-498E-9969-C64F6E6CA0B4}" type="pres">
      <dgm:prSet presAssocID="{3C3BF1CA-5523-47E2-9A40-B45AC173D41F}" presName="horz1" presStyleCnt="0"/>
      <dgm:spPr/>
    </dgm:pt>
    <dgm:pt modelId="{DB50BDF1-BC0E-40FA-AC3E-A5B12C19AC6D}" type="pres">
      <dgm:prSet presAssocID="{3C3BF1CA-5523-47E2-9A40-B45AC173D41F}" presName="tx1" presStyleLbl="revTx" presStyleIdx="0" presStyleCnt="4"/>
      <dgm:spPr/>
    </dgm:pt>
    <dgm:pt modelId="{A7108FC0-9F13-42F6-9FD4-5F45D93276F8}" type="pres">
      <dgm:prSet presAssocID="{3C3BF1CA-5523-47E2-9A40-B45AC173D41F}" presName="vert1" presStyleCnt="0"/>
      <dgm:spPr/>
    </dgm:pt>
    <dgm:pt modelId="{850E1EFC-A9AB-48D1-A9E4-990393312321}" type="pres">
      <dgm:prSet presAssocID="{52775C09-E609-4710-A1BB-E08BFAFACEAF}" presName="thickLine" presStyleLbl="alignNode1" presStyleIdx="1" presStyleCnt="4"/>
      <dgm:spPr/>
    </dgm:pt>
    <dgm:pt modelId="{B546B354-1CD6-4313-8889-59BB5BAC2729}" type="pres">
      <dgm:prSet presAssocID="{52775C09-E609-4710-A1BB-E08BFAFACEAF}" presName="horz1" presStyleCnt="0"/>
      <dgm:spPr/>
    </dgm:pt>
    <dgm:pt modelId="{5834E3CA-7660-4E0E-8961-4C9714F42FF5}" type="pres">
      <dgm:prSet presAssocID="{52775C09-E609-4710-A1BB-E08BFAFACEAF}" presName="tx1" presStyleLbl="revTx" presStyleIdx="1" presStyleCnt="4"/>
      <dgm:spPr/>
    </dgm:pt>
    <dgm:pt modelId="{1623767A-A39B-4D27-8825-4A579CE5B753}" type="pres">
      <dgm:prSet presAssocID="{52775C09-E609-4710-A1BB-E08BFAFACEAF}" presName="vert1" presStyleCnt="0"/>
      <dgm:spPr/>
    </dgm:pt>
    <dgm:pt modelId="{361B0567-A8BB-4C83-BE3C-BF7D0A30EFD4}" type="pres">
      <dgm:prSet presAssocID="{BBD03CAC-DBDB-4952-AD13-71E10571A558}" presName="thickLine" presStyleLbl="alignNode1" presStyleIdx="2" presStyleCnt="4"/>
      <dgm:spPr/>
    </dgm:pt>
    <dgm:pt modelId="{F02661A8-F591-4DBB-987A-5BC320F52F25}" type="pres">
      <dgm:prSet presAssocID="{BBD03CAC-DBDB-4952-AD13-71E10571A558}" presName="horz1" presStyleCnt="0"/>
      <dgm:spPr/>
    </dgm:pt>
    <dgm:pt modelId="{1166DB93-319A-48B4-9856-864D90CE83D9}" type="pres">
      <dgm:prSet presAssocID="{BBD03CAC-DBDB-4952-AD13-71E10571A558}" presName="tx1" presStyleLbl="revTx" presStyleIdx="2" presStyleCnt="4"/>
      <dgm:spPr/>
    </dgm:pt>
    <dgm:pt modelId="{9B689211-6592-4AED-9795-E6A90B070BEE}" type="pres">
      <dgm:prSet presAssocID="{BBD03CAC-DBDB-4952-AD13-71E10571A558}" presName="vert1" presStyleCnt="0"/>
      <dgm:spPr/>
    </dgm:pt>
    <dgm:pt modelId="{C4CF4FCC-B1F0-46FD-9851-7E4106A4912E}" type="pres">
      <dgm:prSet presAssocID="{D9CB0AE7-45DF-45D4-BA2E-253B350BB5A0}" presName="thickLine" presStyleLbl="alignNode1" presStyleIdx="3" presStyleCnt="4"/>
      <dgm:spPr/>
    </dgm:pt>
    <dgm:pt modelId="{190DC707-2202-4C8E-8318-80C43A3A3065}" type="pres">
      <dgm:prSet presAssocID="{D9CB0AE7-45DF-45D4-BA2E-253B350BB5A0}" presName="horz1" presStyleCnt="0"/>
      <dgm:spPr/>
    </dgm:pt>
    <dgm:pt modelId="{122279BF-403A-4883-91DB-397AF9B83C71}" type="pres">
      <dgm:prSet presAssocID="{D9CB0AE7-45DF-45D4-BA2E-253B350BB5A0}" presName="tx1" presStyleLbl="revTx" presStyleIdx="3" presStyleCnt="4"/>
      <dgm:spPr/>
    </dgm:pt>
    <dgm:pt modelId="{2E3C4858-2F72-4EB1-B4EE-8DF99464C1F0}" type="pres">
      <dgm:prSet presAssocID="{D9CB0AE7-45DF-45D4-BA2E-253B350BB5A0}" presName="vert1" presStyleCnt="0"/>
      <dgm:spPr/>
    </dgm:pt>
  </dgm:ptLst>
  <dgm:cxnLst>
    <dgm:cxn modelId="{35519622-071C-4D19-8092-8359AEB3B26B}" type="presOf" srcId="{3C3BF1CA-5523-47E2-9A40-B45AC173D41F}" destId="{DB50BDF1-BC0E-40FA-AC3E-A5B12C19AC6D}" srcOrd="0" destOrd="0" presId="urn:microsoft.com/office/officeart/2008/layout/LinedList"/>
    <dgm:cxn modelId="{CA51C860-482E-474C-BABA-CF8558634EC7}" srcId="{C05A5FB5-A29A-4896-97FB-B013D8E33116}" destId="{52775C09-E609-4710-A1BB-E08BFAFACEAF}" srcOrd="1" destOrd="0" parTransId="{9823D894-6C01-4785-99BA-52E2B5EBA24B}" sibTransId="{2C129BB8-F89C-42F7-8029-CD1C51CF6A27}"/>
    <dgm:cxn modelId="{C3265A6D-6003-4531-B438-B3D9D156AD85}" type="presOf" srcId="{D9CB0AE7-45DF-45D4-BA2E-253B350BB5A0}" destId="{122279BF-403A-4883-91DB-397AF9B83C71}" srcOrd="0" destOrd="0" presId="urn:microsoft.com/office/officeart/2008/layout/LinedList"/>
    <dgm:cxn modelId="{B0B52C54-B380-4314-9D8E-B20AB524C69D}" srcId="{C05A5FB5-A29A-4896-97FB-B013D8E33116}" destId="{3C3BF1CA-5523-47E2-9A40-B45AC173D41F}" srcOrd="0" destOrd="0" parTransId="{03993097-3294-4375-87B1-55E251861202}" sibTransId="{E713B7F8-88DB-4117-A696-B8597368C229}"/>
    <dgm:cxn modelId="{9051A67C-96B3-4ED7-AA43-12078668A5F6}" srcId="{C05A5FB5-A29A-4896-97FB-B013D8E33116}" destId="{D9CB0AE7-45DF-45D4-BA2E-253B350BB5A0}" srcOrd="3" destOrd="0" parTransId="{CF337033-2DAB-4914-A16E-AD44A8659F28}" sibTransId="{E835C2C1-AB21-456F-9029-4D5DC106564B}"/>
    <dgm:cxn modelId="{B3A0529D-5703-4470-B045-EC28154DFA4D}" type="presOf" srcId="{C05A5FB5-A29A-4896-97FB-B013D8E33116}" destId="{A9C1F261-2776-4381-B4C9-CC9774A20EFA}" srcOrd="0" destOrd="0" presId="urn:microsoft.com/office/officeart/2008/layout/LinedList"/>
    <dgm:cxn modelId="{5A4DBBA7-D6BF-4AB6-96E6-607D1B71270C}" srcId="{C05A5FB5-A29A-4896-97FB-B013D8E33116}" destId="{BBD03CAC-DBDB-4952-AD13-71E10571A558}" srcOrd="2" destOrd="0" parTransId="{8BE216F5-C3AF-4469-AB22-0E9EC8E62C7C}" sibTransId="{BDC47DD9-A634-4B23-83D4-BC85A18B5D78}"/>
    <dgm:cxn modelId="{BD7D35E4-7067-48C2-BAF0-C6C54C2DCA8C}" type="presOf" srcId="{52775C09-E609-4710-A1BB-E08BFAFACEAF}" destId="{5834E3CA-7660-4E0E-8961-4C9714F42FF5}" srcOrd="0" destOrd="0" presId="urn:microsoft.com/office/officeart/2008/layout/LinedList"/>
    <dgm:cxn modelId="{49C531FD-1D4D-4608-9127-8F2057474BDA}" type="presOf" srcId="{BBD03CAC-DBDB-4952-AD13-71E10571A558}" destId="{1166DB93-319A-48B4-9856-864D90CE83D9}" srcOrd="0" destOrd="0" presId="urn:microsoft.com/office/officeart/2008/layout/LinedList"/>
    <dgm:cxn modelId="{82719B3B-7834-48F4-A7E5-DE9DDB00A38F}" type="presParOf" srcId="{A9C1F261-2776-4381-B4C9-CC9774A20EFA}" destId="{C69675B1-E246-4FE4-8992-D235F76B2FFD}" srcOrd="0" destOrd="0" presId="urn:microsoft.com/office/officeart/2008/layout/LinedList"/>
    <dgm:cxn modelId="{67A77A57-CB70-4D35-859F-C464B319C993}" type="presParOf" srcId="{A9C1F261-2776-4381-B4C9-CC9774A20EFA}" destId="{CFA57F51-E3C9-498E-9969-C64F6E6CA0B4}" srcOrd="1" destOrd="0" presId="urn:microsoft.com/office/officeart/2008/layout/LinedList"/>
    <dgm:cxn modelId="{E582FF8B-4D2F-444E-9D95-CAEAC8E899AB}" type="presParOf" srcId="{CFA57F51-E3C9-498E-9969-C64F6E6CA0B4}" destId="{DB50BDF1-BC0E-40FA-AC3E-A5B12C19AC6D}" srcOrd="0" destOrd="0" presId="urn:microsoft.com/office/officeart/2008/layout/LinedList"/>
    <dgm:cxn modelId="{30067A88-3970-44FC-B845-8B8B3743DE2B}" type="presParOf" srcId="{CFA57F51-E3C9-498E-9969-C64F6E6CA0B4}" destId="{A7108FC0-9F13-42F6-9FD4-5F45D93276F8}" srcOrd="1" destOrd="0" presId="urn:microsoft.com/office/officeart/2008/layout/LinedList"/>
    <dgm:cxn modelId="{F050E435-B190-4EBF-83E2-063318BDEE50}" type="presParOf" srcId="{A9C1F261-2776-4381-B4C9-CC9774A20EFA}" destId="{850E1EFC-A9AB-48D1-A9E4-990393312321}" srcOrd="2" destOrd="0" presId="urn:microsoft.com/office/officeart/2008/layout/LinedList"/>
    <dgm:cxn modelId="{8520E225-3746-4DC7-B585-6F49DC2648FD}" type="presParOf" srcId="{A9C1F261-2776-4381-B4C9-CC9774A20EFA}" destId="{B546B354-1CD6-4313-8889-59BB5BAC2729}" srcOrd="3" destOrd="0" presId="urn:microsoft.com/office/officeart/2008/layout/LinedList"/>
    <dgm:cxn modelId="{90D20876-0981-4C8D-B880-E94BBA228784}" type="presParOf" srcId="{B546B354-1CD6-4313-8889-59BB5BAC2729}" destId="{5834E3CA-7660-4E0E-8961-4C9714F42FF5}" srcOrd="0" destOrd="0" presId="urn:microsoft.com/office/officeart/2008/layout/LinedList"/>
    <dgm:cxn modelId="{DA366B50-380D-475C-9015-B67136C3AD5E}" type="presParOf" srcId="{B546B354-1CD6-4313-8889-59BB5BAC2729}" destId="{1623767A-A39B-4D27-8825-4A579CE5B753}" srcOrd="1" destOrd="0" presId="urn:microsoft.com/office/officeart/2008/layout/LinedList"/>
    <dgm:cxn modelId="{705C124A-0484-4D87-879A-618AF249F02D}" type="presParOf" srcId="{A9C1F261-2776-4381-B4C9-CC9774A20EFA}" destId="{361B0567-A8BB-4C83-BE3C-BF7D0A30EFD4}" srcOrd="4" destOrd="0" presId="urn:microsoft.com/office/officeart/2008/layout/LinedList"/>
    <dgm:cxn modelId="{E0048F37-0D94-48B4-8F2D-30C3024D07C7}" type="presParOf" srcId="{A9C1F261-2776-4381-B4C9-CC9774A20EFA}" destId="{F02661A8-F591-4DBB-987A-5BC320F52F25}" srcOrd="5" destOrd="0" presId="urn:microsoft.com/office/officeart/2008/layout/LinedList"/>
    <dgm:cxn modelId="{77C57A2F-8F34-4395-B632-5BBD1FAC9F15}" type="presParOf" srcId="{F02661A8-F591-4DBB-987A-5BC320F52F25}" destId="{1166DB93-319A-48B4-9856-864D90CE83D9}" srcOrd="0" destOrd="0" presId="urn:microsoft.com/office/officeart/2008/layout/LinedList"/>
    <dgm:cxn modelId="{E902044E-8EB9-4875-82DA-A84A8499F71A}" type="presParOf" srcId="{F02661A8-F591-4DBB-987A-5BC320F52F25}" destId="{9B689211-6592-4AED-9795-E6A90B070BEE}" srcOrd="1" destOrd="0" presId="urn:microsoft.com/office/officeart/2008/layout/LinedList"/>
    <dgm:cxn modelId="{FE5750F5-C9C8-4E3D-82C6-EF98C2FF7084}" type="presParOf" srcId="{A9C1F261-2776-4381-B4C9-CC9774A20EFA}" destId="{C4CF4FCC-B1F0-46FD-9851-7E4106A4912E}" srcOrd="6" destOrd="0" presId="urn:microsoft.com/office/officeart/2008/layout/LinedList"/>
    <dgm:cxn modelId="{7392EE02-BE30-4CA5-A190-44BCE2F0F145}" type="presParOf" srcId="{A9C1F261-2776-4381-B4C9-CC9774A20EFA}" destId="{190DC707-2202-4C8E-8318-80C43A3A3065}" srcOrd="7" destOrd="0" presId="urn:microsoft.com/office/officeart/2008/layout/LinedList"/>
    <dgm:cxn modelId="{507A8ED7-B3E2-49AC-A2C7-126473A2F9AD}" type="presParOf" srcId="{190DC707-2202-4C8E-8318-80C43A3A3065}" destId="{122279BF-403A-4883-91DB-397AF9B83C71}" srcOrd="0" destOrd="0" presId="urn:microsoft.com/office/officeart/2008/layout/LinedList"/>
    <dgm:cxn modelId="{35100FEB-35E8-4235-82CB-3C58ADD8C413}" type="presParOf" srcId="{190DC707-2202-4C8E-8318-80C43A3A3065}" destId="{2E3C4858-2F72-4EB1-B4EE-8DF99464C1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6898C4-8B09-4594-85E4-0E177860CBF6}" type="doc">
      <dgm:prSet loTypeId="urn:microsoft.com/office/officeart/2005/8/layout/vList5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62F2C1C-49CD-47AB-80E9-770D6EC09E05}">
      <dgm:prSet/>
      <dgm:spPr/>
      <dgm:t>
        <a:bodyPr/>
        <a:lstStyle/>
        <a:p>
          <a:r>
            <a:rPr lang="es-CL" b="1"/>
            <a:t>Spectral clustering en matrices de correlación financiera:</a:t>
          </a:r>
          <a:r>
            <a:rPr lang="es-CL"/>
            <a:t> </a:t>
          </a:r>
          <a:endParaRPr lang="en-US"/>
        </a:p>
      </dgm:t>
    </dgm:pt>
    <dgm:pt modelId="{BD4552A3-933A-4F85-9970-12C0781D24C0}" type="parTrans" cxnId="{457A2B30-1D14-4CA3-9379-062F1805DCAA}">
      <dgm:prSet/>
      <dgm:spPr/>
      <dgm:t>
        <a:bodyPr/>
        <a:lstStyle/>
        <a:p>
          <a:endParaRPr lang="en-US"/>
        </a:p>
      </dgm:t>
    </dgm:pt>
    <dgm:pt modelId="{C4A2A2CA-0A07-4CDC-8659-343C975E58EF}" type="sibTrans" cxnId="{457A2B30-1D14-4CA3-9379-062F1805DCAA}">
      <dgm:prSet/>
      <dgm:spPr/>
      <dgm:t>
        <a:bodyPr/>
        <a:lstStyle/>
        <a:p>
          <a:endParaRPr lang="en-US"/>
        </a:p>
      </dgm:t>
    </dgm:pt>
    <dgm:pt modelId="{E929C32A-31FB-4571-B8CF-05A591D4150B}">
      <dgm:prSet/>
      <dgm:spPr/>
      <dgm:t>
        <a:bodyPr/>
        <a:lstStyle/>
        <a:p>
          <a:r>
            <a:rPr lang="es-CL"/>
            <a:t>Popescu, A.-D., Spulbar, C. (2023). </a:t>
          </a:r>
          <a:r>
            <a:rPr lang="es-CL" i="1"/>
            <a:t>Dynamic Interdependence Between Asset Classes: A Spectral Co-Clustering and VAR Analysis</a:t>
          </a:r>
          <a:r>
            <a:rPr lang="es-CL"/>
            <a:t>.</a:t>
          </a:r>
          <a:br>
            <a:rPr lang="es-CL"/>
          </a:br>
          <a:r>
            <a:rPr lang="es-CL">
              <a:hlinkClick xmlns:r="http://schemas.openxmlformats.org/officeDocument/2006/relationships" r:id="rId1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1"/>
            </a:rPr>
            <a:t>[sserr.ro]</a:t>
          </a:r>
          <a:endParaRPr lang="en-US"/>
        </a:p>
      </dgm:t>
    </dgm:pt>
    <dgm:pt modelId="{3185A215-642E-4E6E-BFB5-321E784A4D05}" type="parTrans" cxnId="{88E6D301-4A46-491D-97BF-87F53980D740}">
      <dgm:prSet/>
      <dgm:spPr/>
      <dgm:t>
        <a:bodyPr/>
        <a:lstStyle/>
        <a:p>
          <a:endParaRPr lang="en-US"/>
        </a:p>
      </dgm:t>
    </dgm:pt>
    <dgm:pt modelId="{E7EF9B86-06B9-403C-B11F-4BDA91C62B76}" type="sibTrans" cxnId="{88E6D301-4A46-491D-97BF-87F53980D740}">
      <dgm:prSet/>
      <dgm:spPr/>
      <dgm:t>
        <a:bodyPr/>
        <a:lstStyle/>
        <a:p>
          <a:endParaRPr lang="en-US"/>
        </a:p>
      </dgm:t>
    </dgm:pt>
    <dgm:pt modelId="{D01FCB6B-2D47-42D4-8E44-9B04538BF616}">
      <dgm:prSet/>
      <dgm:spPr/>
      <dgm:t>
        <a:bodyPr/>
        <a:lstStyle/>
        <a:p>
          <a:r>
            <a:rPr lang="es-CL" b="1"/>
            <a:t>Propiedades espectrales de matrices de correlación financiera:</a:t>
          </a:r>
          <a:r>
            <a:rPr lang="es-CL"/>
            <a:t> </a:t>
          </a:r>
          <a:endParaRPr lang="en-US"/>
        </a:p>
      </dgm:t>
    </dgm:pt>
    <dgm:pt modelId="{C0EBBE02-00EE-4877-90EA-A851BFECB3EC}" type="parTrans" cxnId="{2803A810-DDE4-4D2F-BD93-6DF174C23839}">
      <dgm:prSet/>
      <dgm:spPr/>
      <dgm:t>
        <a:bodyPr/>
        <a:lstStyle/>
        <a:p>
          <a:endParaRPr lang="en-US"/>
        </a:p>
      </dgm:t>
    </dgm:pt>
    <dgm:pt modelId="{26DFB773-F3B5-4388-97F8-546D02B1EDF0}" type="sibTrans" cxnId="{2803A810-DDE4-4D2F-BD93-6DF174C23839}">
      <dgm:prSet/>
      <dgm:spPr/>
      <dgm:t>
        <a:bodyPr/>
        <a:lstStyle/>
        <a:p>
          <a:endParaRPr lang="en-US"/>
        </a:p>
      </dgm:t>
    </dgm:pt>
    <dgm:pt modelId="{F2E3A712-2E2E-4467-842F-9D74B248DCDD}">
      <dgm:prSet/>
      <dgm:spPr/>
      <dgm:t>
        <a:bodyPr/>
        <a:lstStyle/>
        <a:p>
          <a:r>
            <a:rPr lang="es-CL"/>
            <a:t>Kazakov, M., Kalyagin, V.A. (2016). </a:t>
          </a:r>
          <a:r>
            <a:rPr lang="es-CL" i="1"/>
            <a:t>Spectral Properties of Financial Correlation Matrices</a:t>
          </a:r>
          <a:r>
            <a:rPr lang="es-CL"/>
            <a:t>.</a:t>
          </a:r>
          <a:br>
            <a:rPr lang="es-CL"/>
          </a:br>
          <a:r>
            <a:rPr lang="es-CL">
              <a:hlinkClick xmlns:r="http://schemas.openxmlformats.org/officeDocument/2006/relationships" r:id="rId2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2"/>
            </a:rPr>
            <a:t>[link.springer.com]</a:t>
          </a:r>
          <a:endParaRPr lang="en-US"/>
        </a:p>
      </dgm:t>
    </dgm:pt>
    <dgm:pt modelId="{6A319BAA-DC25-479D-A017-AB5AFA9BFBB6}" type="parTrans" cxnId="{4AE6F99F-052F-4BC0-83E5-83BDBF26A734}">
      <dgm:prSet/>
      <dgm:spPr/>
      <dgm:t>
        <a:bodyPr/>
        <a:lstStyle/>
        <a:p>
          <a:endParaRPr lang="en-US"/>
        </a:p>
      </dgm:t>
    </dgm:pt>
    <dgm:pt modelId="{2416E221-31B9-4B6A-9229-9A0484837397}" type="sibTrans" cxnId="{4AE6F99F-052F-4BC0-83E5-83BDBF26A734}">
      <dgm:prSet/>
      <dgm:spPr/>
      <dgm:t>
        <a:bodyPr/>
        <a:lstStyle/>
        <a:p>
          <a:endParaRPr lang="en-US"/>
        </a:p>
      </dgm:t>
    </dgm:pt>
    <dgm:pt modelId="{8A16B63B-4C9F-40E1-A0F3-2D6EF9367B1E}" type="pres">
      <dgm:prSet presAssocID="{A36898C4-8B09-4594-85E4-0E177860CBF6}" presName="Name0" presStyleCnt="0">
        <dgm:presLayoutVars>
          <dgm:dir/>
          <dgm:animLvl val="lvl"/>
          <dgm:resizeHandles val="exact"/>
        </dgm:presLayoutVars>
      </dgm:prSet>
      <dgm:spPr/>
    </dgm:pt>
    <dgm:pt modelId="{FB4807F0-7AD3-468B-891E-D5DF4CB2EE49}" type="pres">
      <dgm:prSet presAssocID="{262F2C1C-49CD-47AB-80E9-770D6EC09E05}" presName="linNode" presStyleCnt="0"/>
      <dgm:spPr/>
    </dgm:pt>
    <dgm:pt modelId="{E01711D3-1C57-4D68-B271-E108AD070D73}" type="pres">
      <dgm:prSet presAssocID="{262F2C1C-49CD-47AB-80E9-770D6EC09E0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0E8A137-BB08-4272-858E-60C05CBF2B17}" type="pres">
      <dgm:prSet presAssocID="{262F2C1C-49CD-47AB-80E9-770D6EC09E05}" presName="descendantText" presStyleLbl="alignAccFollowNode1" presStyleIdx="0" presStyleCnt="2">
        <dgm:presLayoutVars>
          <dgm:bulletEnabled val="1"/>
        </dgm:presLayoutVars>
      </dgm:prSet>
      <dgm:spPr/>
    </dgm:pt>
    <dgm:pt modelId="{1DA36F2D-C316-4A7A-B6E7-993A993A7197}" type="pres">
      <dgm:prSet presAssocID="{C4A2A2CA-0A07-4CDC-8659-343C975E58EF}" presName="sp" presStyleCnt="0"/>
      <dgm:spPr/>
    </dgm:pt>
    <dgm:pt modelId="{0C125CE0-162A-41C4-A49A-43CE081F41C8}" type="pres">
      <dgm:prSet presAssocID="{D01FCB6B-2D47-42D4-8E44-9B04538BF616}" presName="linNode" presStyleCnt="0"/>
      <dgm:spPr/>
    </dgm:pt>
    <dgm:pt modelId="{9975B6D7-D25B-439E-9974-4996AFAE8171}" type="pres">
      <dgm:prSet presAssocID="{D01FCB6B-2D47-42D4-8E44-9B04538BF61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73AF956-610F-46EC-BFE7-0370436F9044}" type="pres">
      <dgm:prSet presAssocID="{D01FCB6B-2D47-42D4-8E44-9B04538BF61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8E6D301-4A46-491D-97BF-87F53980D740}" srcId="{262F2C1C-49CD-47AB-80E9-770D6EC09E05}" destId="{E929C32A-31FB-4571-B8CF-05A591D4150B}" srcOrd="0" destOrd="0" parTransId="{3185A215-642E-4E6E-BFB5-321E784A4D05}" sibTransId="{E7EF9B86-06B9-403C-B11F-4BDA91C62B76}"/>
    <dgm:cxn modelId="{2803A810-DDE4-4D2F-BD93-6DF174C23839}" srcId="{A36898C4-8B09-4594-85E4-0E177860CBF6}" destId="{D01FCB6B-2D47-42D4-8E44-9B04538BF616}" srcOrd="1" destOrd="0" parTransId="{C0EBBE02-00EE-4877-90EA-A851BFECB3EC}" sibTransId="{26DFB773-F3B5-4388-97F8-546D02B1EDF0}"/>
    <dgm:cxn modelId="{CE81541F-89A0-421C-810A-A3390ADC485A}" type="presOf" srcId="{F2E3A712-2E2E-4467-842F-9D74B248DCDD}" destId="{C73AF956-610F-46EC-BFE7-0370436F9044}" srcOrd="0" destOrd="0" presId="urn:microsoft.com/office/officeart/2005/8/layout/vList5"/>
    <dgm:cxn modelId="{457A2B30-1D14-4CA3-9379-062F1805DCAA}" srcId="{A36898C4-8B09-4594-85E4-0E177860CBF6}" destId="{262F2C1C-49CD-47AB-80E9-770D6EC09E05}" srcOrd="0" destOrd="0" parTransId="{BD4552A3-933A-4F85-9970-12C0781D24C0}" sibTransId="{C4A2A2CA-0A07-4CDC-8659-343C975E58EF}"/>
    <dgm:cxn modelId="{A7913832-ADDA-4E50-B281-786B97EE0D10}" type="presOf" srcId="{A36898C4-8B09-4594-85E4-0E177860CBF6}" destId="{8A16B63B-4C9F-40E1-A0F3-2D6EF9367B1E}" srcOrd="0" destOrd="0" presId="urn:microsoft.com/office/officeart/2005/8/layout/vList5"/>
    <dgm:cxn modelId="{C8894C39-D92F-4BDB-B443-9F87FF4C7381}" type="presOf" srcId="{D01FCB6B-2D47-42D4-8E44-9B04538BF616}" destId="{9975B6D7-D25B-439E-9974-4996AFAE8171}" srcOrd="0" destOrd="0" presId="urn:microsoft.com/office/officeart/2005/8/layout/vList5"/>
    <dgm:cxn modelId="{BED66754-9C70-48E5-8A1B-18B98DF20835}" type="presOf" srcId="{262F2C1C-49CD-47AB-80E9-770D6EC09E05}" destId="{E01711D3-1C57-4D68-B271-E108AD070D73}" srcOrd="0" destOrd="0" presId="urn:microsoft.com/office/officeart/2005/8/layout/vList5"/>
    <dgm:cxn modelId="{4AE6F99F-052F-4BC0-83E5-83BDBF26A734}" srcId="{D01FCB6B-2D47-42D4-8E44-9B04538BF616}" destId="{F2E3A712-2E2E-4467-842F-9D74B248DCDD}" srcOrd="0" destOrd="0" parTransId="{6A319BAA-DC25-479D-A017-AB5AFA9BFBB6}" sibTransId="{2416E221-31B9-4B6A-9229-9A0484837397}"/>
    <dgm:cxn modelId="{2CBB0FA2-4315-41AB-AE2F-D65B7F47A994}" type="presOf" srcId="{E929C32A-31FB-4571-B8CF-05A591D4150B}" destId="{C0E8A137-BB08-4272-858E-60C05CBF2B17}" srcOrd="0" destOrd="0" presId="urn:microsoft.com/office/officeart/2005/8/layout/vList5"/>
    <dgm:cxn modelId="{5C4C27C9-732F-4FAD-A977-C94A9F5AD378}" type="presParOf" srcId="{8A16B63B-4C9F-40E1-A0F3-2D6EF9367B1E}" destId="{FB4807F0-7AD3-468B-891E-D5DF4CB2EE49}" srcOrd="0" destOrd="0" presId="urn:microsoft.com/office/officeart/2005/8/layout/vList5"/>
    <dgm:cxn modelId="{F72A69B4-C9AF-40CD-9EE3-C4765CC782A2}" type="presParOf" srcId="{FB4807F0-7AD3-468B-891E-D5DF4CB2EE49}" destId="{E01711D3-1C57-4D68-B271-E108AD070D73}" srcOrd="0" destOrd="0" presId="urn:microsoft.com/office/officeart/2005/8/layout/vList5"/>
    <dgm:cxn modelId="{92B5264D-DAB9-46C7-B9C5-CC4D60A666D1}" type="presParOf" srcId="{FB4807F0-7AD3-468B-891E-D5DF4CB2EE49}" destId="{C0E8A137-BB08-4272-858E-60C05CBF2B17}" srcOrd="1" destOrd="0" presId="urn:microsoft.com/office/officeart/2005/8/layout/vList5"/>
    <dgm:cxn modelId="{BB2BBEAC-99E3-41AE-8700-5DA5D055B662}" type="presParOf" srcId="{8A16B63B-4C9F-40E1-A0F3-2D6EF9367B1E}" destId="{1DA36F2D-C316-4A7A-B6E7-993A993A7197}" srcOrd="1" destOrd="0" presId="urn:microsoft.com/office/officeart/2005/8/layout/vList5"/>
    <dgm:cxn modelId="{EDB632F4-4E64-4E15-AC94-DA78DD8E39CB}" type="presParOf" srcId="{8A16B63B-4C9F-40E1-A0F3-2D6EF9367B1E}" destId="{0C125CE0-162A-41C4-A49A-43CE081F41C8}" srcOrd="2" destOrd="0" presId="urn:microsoft.com/office/officeart/2005/8/layout/vList5"/>
    <dgm:cxn modelId="{E882069C-C1CE-4278-AF82-D4FB32074AC7}" type="presParOf" srcId="{0C125CE0-162A-41C4-A49A-43CE081F41C8}" destId="{9975B6D7-D25B-439E-9974-4996AFAE8171}" srcOrd="0" destOrd="0" presId="urn:microsoft.com/office/officeart/2005/8/layout/vList5"/>
    <dgm:cxn modelId="{A9B41E0E-BE52-4D0A-A3CE-11950FE3A26C}" type="presParOf" srcId="{0C125CE0-162A-41C4-A49A-43CE081F41C8}" destId="{C73AF956-610F-46EC-BFE7-0370436F904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07840B0-732F-4EA1-873A-7FFCEDEB3164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B934F65-871B-4096-9C16-E2B325688162}">
      <dgm:prSet/>
      <dgm:spPr/>
      <dgm:t>
        <a:bodyPr/>
        <a:lstStyle/>
        <a:p>
          <a:r>
            <a:rPr lang="en-US"/>
            <a:t>K-means++ y variantes (K-means con kernel, spherical K-means):</a:t>
          </a:r>
        </a:p>
      </dgm:t>
    </dgm:pt>
    <dgm:pt modelId="{3219A887-EB5B-4218-A84B-4E18FF76FA33}" type="parTrans" cxnId="{83CB8E54-585B-4B92-8D9B-23AD7CDD79FE}">
      <dgm:prSet/>
      <dgm:spPr/>
      <dgm:t>
        <a:bodyPr/>
        <a:lstStyle/>
        <a:p>
          <a:endParaRPr lang="en-US"/>
        </a:p>
      </dgm:t>
    </dgm:pt>
    <dgm:pt modelId="{4A2DD719-DCE3-4390-ABE0-4A4E8CB519C0}" type="sibTrans" cxnId="{83CB8E54-585B-4B92-8D9B-23AD7CDD79FE}">
      <dgm:prSet/>
      <dgm:spPr/>
      <dgm:t>
        <a:bodyPr/>
        <a:lstStyle/>
        <a:p>
          <a:endParaRPr lang="en-US"/>
        </a:p>
      </dgm:t>
    </dgm:pt>
    <dgm:pt modelId="{5E2E9BDB-FBF4-4743-BFEC-8E7C2841A079}">
      <dgm:prSet/>
      <dgm:spPr/>
      <dgm:t>
        <a:bodyPr/>
        <a:lstStyle/>
        <a:p>
          <a:r>
            <a:rPr lang="en-US"/>
            <a:t>• Permiten trabajar con correlaciones en lugar de distancias euclidianas.</a:t>
          </a:r>
        </a:p>
      </dgm:t>
    </dgm:pt>
    <dgm:pt modelId="{CA614204-CA68-4E5A-8540-12576235B713}" type="parTrans" cxnId="{B7D0E9EC-4367-4D6C-9C73-92843CFFF31B}">
      <dgm:prSet/>
      <dgm:spPr/>
      <dgm:t>
        <a:bodyPr/>
        <a:lstStyle/>
        <a:p>
          <a:endParaRPr lang="en-US"/>
        </a:p>
      </dgm:t>
    </dgm:pt>
    <dgm:pt modelId="{6693AC70-E6E9-47B0-B3D6-02060425B3C7}" type="sibTrans" cxnId="{B7D0E9EC-4367-4D6C-9C73-92843CFFF31B}">
      <dgm:prSet/>
      <dgm:spPr/>
      <dgm:t>
        <a:bodyPr/>
        <a:lstStyle/>
        <a:p>
          <a:endParaRPr lang="en-US"/>
        </a:p>
      </dgm:t>
    </dgm:pt>
    <dgm:pt modelId="{3509CF87-CA91-48B9-9AB3-5477187CAFDE}">
      <dgm:prSet/>
      <dgm:spPr/>
      <dgm:t>
        <a:bodyPr/>
        <a:lstStyle/>
        <a:p>
          <a:r>
            <a:rPr lang="en-US"/>
            <a:t>Self-Organizing Maps (SOM):</a:t>
          </a:r>
        </a:p>
      </dgm:t>
    </dgm:pt>
    <dgm:pt modelId="{5A965918-9198-405E-A1F3-8DBB98BCECC4}" type="parTrans" cxnId="{04C64E9B-08D6-40B8-8C2A-1CD40528A84E}">
      <dgm:prSet/>
      <dgm:spPr/>
      <dgm:t>
        <a:bodyPr/>
        <a:lstStyle/>
        <a:p>
          <a:endParaRPr lang="en-US"/>
        </a:p>
      </dgm:t>
    </dgm:pt>
    <dgm:pt modelId="{A4C3E5B1-84C4-45E7-B628-51DEC3EAD358}" type="sibTrans" cxnId="{04C64E9B-08D6-40B8-8C2A-1CD40528A84E}">
      <dgm:prSet/>
      <dgm:spPr/>
      <dgm:t>
        <a:bodyPr/>
        <a:lstStyle/>
        <a:p>
          <a:endParaRPr lang="en-US"/>
        </a:p>
      </dgm:t>
    </dgm:pt>
    <dgm:pt modelId="{B2DEDEA0-B312-4DD6-9D8F-8567EA369A3E}">
      <dgm:prSet/>
      <dgm:spPr/>
      <dgm:t>
        <a:bodyPr/>
        <a:lstStyle/>
        <a:p>
          <a:r>
            <a:rPr lang="en-US"/>
            <a:t>• Redes neuronales no supervisadas que preservan topología.</a:t>
          </a:r>
        </a:p>
      </dgm:t>
    </dgm:pt>
    <dgm:pt modelId="{CB0C3FDF-2B64-4436-8214-A414373EC139}" type="parTrans" cxnId="{B047071B-4E36-4E9C-99A0-35FBB8BA4A6D}">
      <dgm:prSet/>
      <dgm:spPr/>
      <dgm:t>
        <a:bodyPr/>
        <a:lstStyle/>
        <a:p>
          <a:endParaRPr lang="en-US"/>
        </a:p>
      </dgm:t>
    </dgm:pt>
    <dgm:pt modelId="{B1D43D60-55FE-4502-BFD6-E423D8BFAE64}" type="sibTrans" cxnId="{B047071B-4E36-4E9C-99A0-35FBB8BA4A6D}">
      <dgm:prSet/>
      <dgm:spPr/>
      <dgm:t>
        <a:bodyPr/>
        <a:lstStyle/>
        <a:p>
          <a:endParaRPr lang="en-US"/>
        </a:p>
      </dgm:t>
    </dgm:pt>
    <dgm:pt modelId="{4EEE7913-BE1B-4D8F-9F66-6E18C202326F}">
      <dgm:prSet/>
      <dgm:spPr/>
      <dgm:t>
        <a:bodyPr/>
        <a:lstStyle/>
        <a:p>
          <a:r>
            <a:rPr lang="en-US"/>
            <a:t>• Se usan en mapas de calor de riesgo, segmentación de clientes o clustering de mercados.</a:t>
          </a:r>
        </a:p>
      </dgm:t>
    </dgm:pt>
    <dgm:pt modelId="{EB09C688-C368-4A2F-A3CB-BE1715997200}" type="parTrans" cxnId="{B11C9C0C-23E0-444D-B4B2-A0C46C5392A2}">
      <dgm:prSet/>
      <dgm:spPr/>
      <dgm:t>
        <a:bodyPr/>
        <a:lstStyle/>
        <a:p>
          <a:endParaRPr lang="en-US"/>
        </a:p>
      </dgm:t>
    </dgm:pt>
    <dgm:pt modelId="{E8FB0295-DC6F-44E2-AFBC-ACDA5C7B7829}" type="sibTrans" cxnId="{B11C9C0C-23E0-444D-B4B2-A0C46C5392A2}">
      <dgm:prSet/>
      <dgm:spPr/>
      <dgm:t>
        <a:bodyPr/>
        <a:lstStyle/>
        <a:p>
          <a:endParaRPr lang="en-US"/>
        </a:p>
      </dgm:t>
    </dgm:pt>
    <dgm:pt modelId="{A89CB46F-A22C-4CF7-BFDC-11CD9345A001}">
      <dgm:prSet/>
      <dgm:spPr/>
      <dgm:t>
        <a:bodyPr/>
        <a:lstStyle/>
        <a:p>
          <a:r>
            <a:rPr lang="en-US"/>
            <a:t>Modelos basados en Deep Learning (autoencoders + clustering):</a:t>
          </a:r>
        </a:p>
      </dgm:t>
    </dgm:pt>
    <dgm:pt modelId="{59352D99-E524-4F81-A327-F7A9079F0132}" type="parTrans" cxnId="{CCE53B10-96A9-495C-B122-35DF0E60D86A}">
      <dgm:prSet/>
      <dgm:spPr/>
      <dgm:t>
        <a:bodyPr/>
        <a:lstStyle/>
        <a:p>
          <a:endParaRPr lang="en-US"/>
        </a:p>
      </dgm:t>
    </dgm:pt>
    <dgm:pt modelId="{540D94E7-E296-4FB4-8895-8669EC8F1F6A}" type="sibTrans" cxnId="{CCE53B10-96A9-495C-B122-35DF0E60D86A}">
      <dgm:prSet/>
      <dgm:spPr/>
      <dgm:t>
        <a:bodyPr/>
        <a:lstStyle/>
        <a:p>
          <a:endParaRPr lang="en-US"/>
        </a:p>
      </dgm:t>
    </dgm:pt>
    <dgm:pt modelId="{AB54ADC6-E099-4CC4-B001-1057BDA9F412}">
      <dgm:prSet/>
      <dgm:spPr/>
      <dgm:t>
        <a:bodyPr/>
        <a:lstStyle/>
        <a:p>
          <a:r>
            <a:rPr lang="en-US"/>
            <a:t>• Reducen dimensión y capturan no linealidades.</a:t>
          </a:r>
        </a:p>
      </dgm:t>
    </dgm:pt>
    <dgm:pt modelId="{20708DCB-2FA0-404D-BC2F-9221AE210F40}" type="parTrans" cxnId="{A7F3FA05-13A7-4BFE-BC8A-F46FA2FCAD00}">
      <dgm:prSet/>
      <dgm:spPr/>
      <dgm:t>
        <a:bodyPr/>
        <a:lstStyle/>
        <a:p>
          <a:endParaRPr lang="en-US"/>
        </a:p>
      </dgm:t>
    </dgm:pt>
    <dgm:pt modelId="{02C0C71D-F938-402A-96A8-F99B2A695B04}" type="sibTrans" cxnId="{A7F3FA05-13A7-4BFE-BC8A-F46FA2FCAD00}">
      <dgm:prSet/>
      <dgm:spPr/>
      <dgm:t>
        <a:bodyPr/>
        <a:lstStyle/>
        <a:p>
          <a:endParaRPr lang="en-US"/>
        </a:p>
      </dgm:t>
    </dgm:pt>
    <dgm:pt modelId="{2BF032F7-516D-4C68-B66B-E04FB27392B3}">
      <dgm:prSet/>
      <dgm:spPr/>
      <dgm:t>
        <a:bodyPr/>
        <a:lstStyle/>
        <a:p>
          <a:r>
            <a:rPr lang="en-US"/>
            <a:t>• Aplicados en high-frequency trading y detección de patrones ocultos.</a:t>
          </a:r>
        </a:p>
      </dgm:t>
    </dgm:pt>
    <dgm:pt modelId="{7287FBC0-0540-488A-A7C7-48D64A3CF338}" type="parTrans" cxnId="{270DF148-7371-4952-B9F6-E2F762E403C3}">
      <dgm:prSet/>
      <dgm:spPr/>
      <dgm:t>
        <a:bodyPr/>
        <a:lstStyle/>
        <a:p>
          <a:endParaRPr lang="en-US"/>
        </a:p>
      </dgm:t>
    </dgm:pt>
    <dgm:pt modelId="{09FF8A61-4C97-4219-A8FF-F641198FA8A2}" type="sibTrans" cxnId="{270DF148-7371-4952-B9F6-E2F762E403C3}">
      <dgm:prSet/>
      <dgm:spPr/>
      <dgm:t>
        <a:bodyPr/>
        <a:lstStyle/>
        <a:p>
          <a:endParaRPr lang="en-US"/>
        </a:p>
      </dgm:t>
    </dgm:pt>
    <dgm:pt modelId="{A2B6F4CB-8E70-45F0-9B60-A5FA921BE8F5}" type="pres">
      <dgm:prSet presAssocID="{C07840B0-732F-4EA1-873A-7FFCEDEB3164}" presName="vert0" presStyleCnt="0">
        <dgm:presLayoutVars>
          <dgm:dir/>
          <dgm:animOne val="branch"/>
          <dgm:animLvl val="lvl"/>
        </dgm:presLayoutVars>
      </dgm:prSet>
      <dgm:spPr/>
    </dgm:pt>
    <dgm:pt modelId="{8A3B8277-94F2-4F0C-A7B0-3E52928E7366}" type="pres">
      <dgm:prSet presAssocID="{2B934F65-871B-4096-9C16-E2B325688162}" presName="thickLine" presStyleLbl="alignNode1" presStyleIdx="0" presStyleCnt="8"/>
      <dgm:spPr/>
    </dgm:pt>
    <dgm:pt modelId="{17773771-31D7-4FF1-99BD-038BECFB3690}" type="pres">
      <dgm:prSet presAssocID="{2B934F65-871B-4096-9C16-E2B325688162}" presName="horz1" presStyleCnt="0"/>
      <dgm:spPr/>
    </dgm:pt>
    <dgm:pt modelId="{EB9EC8EC-EED1-4A3D-8B13-2DD1A8F57350}" type="pres">
      <dgm:prSet presAssocID="{2B934F65-871B-4096-9C16-E2B325688162}" presName="tx1" presStyleLbl="revTx" presStyleIdx="0" presStyleCnt="8"/>
      <dgm:spPr/>
    </dgm:pt>
    <dgm:pt modelId="{3D7C6AD9-9912-4218-8C88-8A863713A04D}" type="pres">
      <dgm:prSet presAssocID="{2B934F65-871B-4096-9C16-E2B325688162}" presName="vert1" presStyleCnt="0"/>
      <dgm:spPr/>
    </dgm:pt>
    <dgm:pt modelId="{A39543B7-4296-4995-9D1E-8E25B1E79078}" type="pres">
      <dgm:prSet presAssocID="{5E2E9BDB-FBF4-4743-BFEC-8E7C2841A079}" presName="thickLine" presStyleLbl="alignNode1" presStyleIdx="1" presStyleCnt="8"/>
      <dgm:spPr/>
    </dgm:pt>
    <dgm:pt modelId="{0C3AEE3B-A7B5-4B51-90BC-88D5321B9E36}" type="pres">
      <dgm:prSet presAssocID="{5E2E9BDB-FBF4-4743-BFEC-8E7C2841A079}" presName="horz1" presStyleCnt="0"/>
      <dgm:spPr/>
    </dgm:pt>
    <dgm:pt modelId="{3209F479-AFA8-43E6-A006-34B9AC6F49F1}" type="pres">
      <dgm:prSet presAssocID="{5E2E9BDB-FBF4-4743-BFEC-8E7C2841A079}" presName="tx1" presStyleLbl="revTx" presStyleIdx="1" presStyleCnt="8"/>
      <dgm:spPr/>
    </dgm:pt>
    <dgm:pt modelId="{3312F100-E617-40E5-9FC1-793D732A5E65}" type="pres">
      <dgm:prSet presAssocID="{5E2E9BDB-FBF4-4743-BFEC-8E7C2841A079}" presName="vert1" presStyleCnt="0"/>
      <dgm:spPr/>
    </dgm:pt>
    <dgm:pt modelId="{D3C6D3FE-36FD-42EA-A5E9-37EE9DE0C2A4}" type="pres">
      <dgm:prSet presAssocID="{3509CF87-CA91-48B9-9AB3-5477187CAFDE}" presName="thickLine" presStyleLbl="alignNode1" presStyleIdx="2" presStyleCnt="8"/>
      <dgm:spPr/>
    </dgm:pt>
    <dgm:pt modelId="{E8DFB536-16D2-4B4D-A25C-9FDD7486DC22}" type="pres">
      <dgm:prSet presAssocID="{3509CF87-CA91-48B9-9AB3-5477187CAFDE}" presName="horz1" presStyleCnt="0"/>
      <dgm:spPr/>
    </dgm:pt>
    <dgm:pt modelId="{F3278D3E-ED42-4092-A640-FEC48B0D4F4C}" type="pres">
      <dgm:prSet presAssocID="{3509CF87-CA91-48B9-9AB3-5477187CAFDE}" presName="tx1" presStyleLbl="revTx" presStyleIdx="2" presStyleCnt="8"/>
      <dgm:spPr/>
    </dgm:pt>
    <dgm:pt modelId="{17422377-AB87-479E-A41A-1E6404CC86A3}" type="pres">
      <dgm:prSet presAssocID="{3509CF87-CA91-48B9-9AB3-5477187CAFDE}" presName="vert1" presStyleCnt="0"/>
      <dgm:spPr/>
    </dgm:pt>
    <dgm:pt modelId="{61D2F283-1AE8-41B7-B0C3-B586220A4F1C}" type="pres">
      <dgm:prSet presAssocID="{B2DEDEA0-B312-4DD6-9D8F-8567EA369A3E}" presName="thickLine" presStyleLbl="alignNode1" presStyleIdx="3" presStyleCnt="8"/>
      <dgm:spPr/>
    </dgm:pt>
    <dgm:pt modelId="{126F17E2-638D-4421-82EB-96194C99549E}" type="pres">
      <dgm:prSet presAssocID="{B2DEDEA0-B312-4DD6-9D8F-8567EA369A3E}" presName="horz1" presStyleCnt="0"/>
      <dgm:spPr/>
    </dgm:pt>
    <dgm:pt modelId="{6DEE1FCB-4E6A-4110-A116-3A772CE3E470}" type="pres">
      <dgm:prSet presAssocID="{B2DEDEA0-B312-4DD6-9D8F-8567EA369A3E}" presName="tx1" presStyleLbl="revTx" presStyleIdx="3" presStyleCnt="8"/>
      <dgm:spPr/>
    </dgm:pt>
    <dgm:pt modelId="{3FDDE6AD-F5E8-42C5-B567-C9D1406E0CB0}" type="pres">
      <dgm:prSet presAssocID="{B2DEDEA0-B312-4DD6-9D8F-8567EA369A3E}" presName="vert1" presStyleCnt="0"/>
      <dgm:spPr/>
    </dgm:pt>
    <dgm:pt modelId="{A085FD20-D4F8-468E-8CD7-575153564510}" type="pres">
      <dgm:prSet presAssocID="{4EEE7913-BE1B-4D8F-9F66-6E18C202326F}" presName="thickLine" presStyleLbl="alignNode1" presStyleIdx="4" presStyleCnt="8"/>
      <dgm:spPr/>
    </dgm:pt>
    <dgm:pt modelId="{8864E4EC-8E48-4642-A515-CAF9F5D4CCC8}" type="pres">
      <dgm:prSet presAssocID="{4EEE7913-BE1B-4D8F-9F66-6E18C202326F}" presName="horz1" presStyleCnt="0"/>
      <dgm:spPr/>
    </dgm:pt>
    <dgm:pt modelId="{43FC63C0-C722-4FDE-97AC-1C33F315A582}" type="pres">
      <dgm:prSet presAssocID="{4EEE7913-BE1B-4D8F-9F66-6E18C202326F}" presName="tx1" presStyleLbl="revTx" presStyleIdx="4" presStyleCnt="8"/>
      <dgm:spPr/>
    </dgm:pt>
    <dgm:pt modelId="{1B303AB4-9CAA-47A2-B365-C9A4F3B93F74}" type="pres">
      <dgm:prSet presAssocID="{4EEE7913-BE1B-4D8F-9F66-6E18C202326F}" presName="vert1" presStyleCnt="0"/>
      <dgm:spPr/>
    </dgm:pt>
    <dgm:pt modelId="{3BD6D719-23CF-4AF4-AEC2-B0F809E8D7B3}" type="pres">
      <dgm:prSet presAssocID="{A89CB46F-A22C-4CF7-BFDC-11CD9345A001}" presName="thickLine" presStyleLbl="alignNode1" presStyleIdx="5" presStyleCnt="8"/>
      <dgm:spPr/>
    </dgm:pt>
    <dgm:pt modelId="{146BC72C-36A4-4BA3-ACA2-761A18CF5710}" type="pres">
      <dgm:prSet presAssocID="{A89CB46F-A22C-4CF7-BFDC-11CD9345A001}" presName="horz1" presStyleCnt="0"/>
      <dgm:spPr/>
    </dgm:pt>
    <dgm:pt modelId="{4652D632-2D01-46AE-8E33-AB4925D17248}" type="pres">
      <dgm:prSet presAssocID="{A89CB46F-A22C-4CF7-BFDC-11CD9345A001}" presName="tx1" presStyleLbl="revTx" presStyleIdx="5" presStyleCnt="8"/>
      <dgm:spPr/>
    </dgm:pt>
    <dgm:pt modelId="{AC385EC0-632A-4E82-A9BD-FA87EF2C32E0}" type="pres">
      <dgm:prSet presAssocID="{A89CB46F-A22C-4CF7-BFDC-11CD9345A001}" presName="vert1" presStyleCnt="0"/>
      <dgm:spPr/>
    </dgm:pt>
    <dgm:pt modelId="{26768BEB-4C41-45F0-B006-30284A954C74}" type="pres">
      <dgm:prSet presAssocID="{AB54ADC6-E099-4CC4-B001-1057BDA9F412}" presName="thickLine" presStyleLbl="alignNode1" presStyleIdx="6" presStyleCnt="8"/>
      <dgm:spPr/>
    </dgm:pt>
    <dgm:pt modelId="{CA07E977-D66E-4BC9-9837-34C071EC645F}" type="pres">
      <dgm:prSet presAssocID="{AB54ADC6-E099-4CC4-B001-1057BDA9F412}" presName="horz1" presStyleCnt="0"/>
      <dgm:spPr/>
    </dgm:pt>
    <dgm:pt modelId="{22E23662-9499-4CBC-B1A6-0E34DED7DB7F}" type="pres">
      <dgm:prSet presAssocID="{AB54ADC6-E099-4CC4-B001-1057BDA9F412}" presName="tx1" presStyleLbl="revTx" presStyleIdx="6" presStyleCnt="8"/>
      <dgm:spPr/>
    </dgm:pt>
    <dgm:pt modelId="{727AB464-10A3-4776-9974-8D928EE85B46}" type="pres">
      <dgm:prSet presAssocID="{AB54ADC6-E099-4CC4-B001-1057BDA9F412}" presName="vert1" presStyleCnt="0"/>
      <dgm:spPr/>
    </dgm:pt>
    <dgm:pt modelId="{5C45275A-1FD3-46A1-B447-7D18115AF3BA}" type="pres">
      <dgm:prSet presAssocID="{2BF032F7-516D-4C68-B66B-E04FB27392B3}" presName="thickLine" presStyleLbl="alignNode1" presStyleIdx="7" presStyleCnt="8"/>
      <dgm:spPr/>
    </dgm:pt>
    <dgm:pt modelId="{4B66FE9A-20B6-4B20-97AA-FEF3B53D4D18}" type="pres">
      <dgm:prSet presAssocID="{2BF032F7-516D-4C68-B66B-E04FB27392B3}" presName="horz1" presStyleCnt="0"/>
      <dgm:spPr/>
    </dgm:pt>
    <dgm:pt modelId="{041116A1-0A99-4AF4-A450-C3D6CE296A0E}" type="pres">
      <dgm:prSet presAssocID="{2BF032F7-516D-4C68-B66B-E04FB27392B3}" presName="tx1" presStyleLbl="revTx" presStyleIdx="7" presStyleCnt="8"/>
      <dgm:spPr/>
    </dgm:pt>
    <dgm:pt modelId="{4D6A1EDB-A2D7-4B86-AAE5-9BBB9985DA5B}" type="pres">
      <dgm:prSet presAssocID="{2BF032F7-516D-4C68-B66B-E04FB27392B3}" presName="vert1" presStyleCnt="0"/>
      <dgm:spPr/>
    </dgm:pt>
  </dgm:ptLst>
  <dgm:cxnLst>
    <dgm:cxn modelId="{EF68DE03-09CC-49AA-9063-EF542534E616}" type="presOf" srcId="{4EEE7913-BE1B-4D8F-9F66-6E18C202326F}" destId="{43FC63C0-C722-4FDE-97AC-1C33F315A582}" srcOrd="0" destOrd="0" presId="urn:microsoft.com/office/officeart/2008/layout/LinedList"/>
    <dgm:cxn modelId="{A7F3FA05-13A7-4BFE-BC8A-F46FA2FCAD00}" srcId="{C07840B0-732F-4EA1-873A-7FFCEDEB3164}" destId="{AB54ADC6-E099-4CC4-B001-1057BDA9F412}" srcOrd="6" destOrd="0" parTransId="{20708DCB-2FA0-404D-BC2F-9221AE210F40}" sibTransId="{02C0C71D-F938-402A-96A8-F99B2A695B04}"/>
    <dgm:cxn modelId="{B11C9C0C-23E0-444D-B4B2-A0C46C5392A2}" srcId="{C07840B0-732F-4EA1-873A-7FFCEDEB3164}" destId="{4EEE7913-BE1B-4D8F-9F66-6E18C202326F}" srcOrd="4" destOrd="0" parTransId="{EB09C688-C368-4A2F-A3CB-BE1715997200}" sibTransId="{E8FB0295-DC6F-44E2-AFBC-ACDA5C7B7829}"/>
    <dgm:cxn modelId="{CCE53B10-96A9-495C-B122-35DF0E60D86A}" srcId="{C07840B0-732F-4EA1-873A-7FFCEDEB3164}" destId="{A89CB46F-A22C-4CF7-BFDC-11CD9345A001}" srcOrd="5" destOrd="0" parTransId="{59352D99-E524-4F81-A327-F7A9079F0132}" sibTransId="{540D94E7-E296-4FB4-8895-8669EC8F1F6A}"/>
    <dgm:cxn modelId="{FE5A3A18-D25A-43ED-A01F-D3987E4FF55C}" type="presOf" srcId="{2BF032F7-516D-4C68-B66B-E04FB27392B3}" destId="{041116A1-0A99-4AF4-A450-C3D6CE296A0E}" srcOrd="0" destOrd="0" presId="urn:microsoft.com/office/officeart/2008/layout/LinedList"/>
    <dgm:cxn modelId="{B047071B-4E36-4E9C-99A0-35FBB8BA4A6D}" srcId="{C07840B0-732F-4EA1-873A-7FFCEDEB3164}" destId="{B2DEDEA0-B312-4DD6-9D8F-8567EA369A3E}" srcOrd="3" destOrd="0" parTransId="{CB0C3FDF-2B64-4436-8214-A414373EC139}" sibTransId="{B1D43D60-55FE-4502-BFD6-E423D8BFAE64}"/>
    <dgm:cxn modelId="{E44B5F1D-00FF-416C-BF0A-415C355F457B}" type="presOf" srcId="{C07840B0-732F-4EA1-873A-7FFCEDEB3164}" destId="{A2B6F4CB-8E70-45F0-9B60-A5FA921BE8F5}" srcOrd="0" destOrd="0" presId="urn:microsoft.com/office/officeart/2008/layout/LinedList"/>
    <dgm:cxn modelId="{55BC3C42-672F-46B8-8A7E-FEB3371AC52F}" type="presOf" srcId="{AB54ADC6-E099-4CC4-B001-1057BDA9F412}" destId="{22E23662-9499-4CBC-B1A6-0E34DED7DB7F}" srcOrd="0" destOrd="0" presId="urn:microsoft.com/office/officeart/2008/layout/LinedList"/>
    <dgm:cxn modelId="{270DF148-7371-4952-B9F6-E2F762E403C3}" srcId="{C07840B0-732F-4EA1-873A-7FFCEDEB3164}" destId="{2BF032F7-516D-4C68-B66B-E04FB27392B3}" srcOrd="7" destOrd="0" parTransId="{7287FBC0-0540-488A-A7C7-48D64A3CF338}" sibTransId="{09FF8A61-4C97-4219-A8FF-F641198FA8A2}"/>
    <dgm:cxn modelId="{83CB8E54-585B-4B92-8D9B-23AD7CDD79FE}" srcId="{C07840B0-732F-4EA1-873A-7FFCEDEB3164}" destId="{2B934F65-871B-4096-9C16-E2B325688162}" srcOrd="0" destOrd="0" parTransId="{3219A887-EB5B-4218-A84B-4E18FF76FA33}" sibTransId="{4A2DD719-DCE3-4390-ABE0-4A4E8CB519C0}"/>
    <dgm:cxn modelId="{5BD19554-A8E8-4B7D-9045-B11A0D7E4CB8}" type="presOf" srcId="{2B934F65-871B-4096-9C16-E2B325688162}" destId="{EB9EC8EC-EED1-4A3D-8B13-2DD1A8F57350}" srcOrd="0" destOrd="0" presId="urn:microsoft.com/office/officeart/2008/layout/LinedList"/>
    <dgm:cxn modelId="{07681157-E719-42CD-B35C-6FFF73433409}" type="presOf" srcId="{3509CF87-CA91-48B9-9AB3-5477187CAFDE}" destId="{F3278D3E-ED42-4092-A640-FEC48B0D4F4C}" srcOrd="0" destOrd="0" presId="urn:microsoft.com/office/officeart/2008/layout/LinedList"/>
    <dgm:cxn modelId="{3F7DFB9A-D65A-4C4B-A567-DF7FD0973C81}" type="presOf" srcId="{A89CB46F-A22C-4CF7-BFDC-11CD9345A001}" destId="{4652D632-2D01-46AE-8E33-AB4925D17248}" srcOrd="0" destOrd="0" presId="urn:microsoft.com/office/officeart/2008/layout/LinedList"/>
    <dgm:cxn modelId="{04C64E9B-08D6-40B8-8C2A-1CD40528A84E}" srcId="{C07840B0-732F-4EA1-873A-7FFCEDEB3164}" destId="{3509CF87-CA91-48B9-9AB3-5477187CAFDE}" srcOrd="2" destOrd="0" parTransId="{5A965918-9198-405E-A1F3-8DBB98BCECC4}" sibTransId="{A4C3E5B1-84C4-45E7-B628-51DEC3EAD358}"/>
    <dgm:cxn modelId="{BAE2C7A8-EAB7-4E5A-B48F-54F8919D9A90}" type="presOf" srcId="{5E2E9BDB-FBF4-4743-BFEC-8E7C2841A079}" destId="{3209F479-AFA8-43E6-A006-34B9AC6F49F1}" srcOrd="0" destOrd="0" presId="urn:microsoft.com/office/officeart/2008/layout/LinedList"/>
    <dgm:cxn modelId="{77C7D8E6-4E70-43C0-BC47-49F06BA3CD72}" type="presOf" srcId="{B2DEDEA0-B312-4DD6-9D8F-8567EA369A3E}" destId="{6DEE1FCB-4E6A-4110-A116-3A772CE3E470}" srcOrd="0" destOrd="0" presId="urn:microsoft.com/office/officeart/2008/layout/LinedList"/>
    <dgm:cxn modelId="{B7D0E9EC-4367-4D6C-9C73-92843CFFF31B}" srcId="{C07840B0-732F-4EA1-873A-7FFCEDEB3164}" destId="{5E2E9BDB-FBF4-4743-BFEC-8E7C2841A079}" srcOrd="1" destOrd="0" parTransId="{CA614204-CA68-4E5A-8540-12576235B713}" sibTransId="{6693AC70-E6E9-47B0-B3D6-02060425B3C7}"/>
    <dgm:cxn modelId="{879D4017-99C5-4AD5-AE3A-F6CB23454EDB}" type="presParOf" srcId="{A2B6F4CB-8E70-45F0-9B60-A5FA921BE8F5}" destId="{8A3B8277-94F2-4F0C-A7B0-3E52928E7366}" srcOrd="0" destOrd="0" presId="urn:microsoft.com/office/officeart/2008/layout/LinedList"/>
    <dgm:cxn modelId="{044F0A4B-1B86-4BCA-A6FD-39B05D1CBE3C}" type="presParOf" srcId="{A2B6F4CB-8E70-45F0-9B60-A5FA921BE8F5}" destId="{17773771-31D7-4FF1-99BD-038BECFB3690}" srcOrd="1" destOrd="0" presId="urn:microsoft.com/office/officeart/2008/layout/LinedList"/>
    <dgm:cxn modelId="{CDC55A8B-F414-49A8-8CB9-D2AC00FA8AD0}" type="presParOf" srcId="{17773771-31D7-4FF1-99BD-038BECFB3690}" destId="{EB9EC8EC-EED1-4A3D-8B13-2DD1A8F57350}" srcOrd="0" destOrd="0" presId="urn:microsoft.com/office/officeart/2008/layout/LinedList"/>
    <dgm:cxn modelId="{C795C85C-5F60-401C-A364-1BE55765F8F2}" type="presParOf" srcId="{17773771-31D7-4FF1-99BD-038BECFB3690}" destId="{3D7C6AD9-9912-4218-8C88-8A863713A04D}" srcOrd="1" destOrd="0" presId="urn:microsoft.com/office/officeart/2008/layout/LinedList"/>
    <dgm:cxn modelId="{7C787EEA-A5CA-4B60-9793-7D6C5CEFB79E}" type="presParOf" srcId="{A2B6F4CB-8E70-45F0-9B60-A5FA921BE8F5}" destId="{A39543B7-4296-4995-9D1E-8E25B1E79078}" srcOrd="2" destOrd="0" presId="urn:microsoft.com/office/officeart/2008/layout/LinedList"/>
    <dgm:cxn modelId="{237FB6C0-D1AA-4BFC-AC07-DE1805D60C7E}" type="presParOf" srcId="{A2B6F4CB-8E70-45F0-9B60-A5FA921BE8F5}" destId="{0C3AEE3B-A7B5-4B51-90BC-88D5321B9E36}" srcOrd="3" destOrd="0" presId="urn:microsoft.com/office/officeart/2008/layout/LinedList"/>
    <dgm:cxn modelId="{38382F7B-CF69-4646-A448-838B4B70D9F2}" type="presParOf" srcId="{0C3AEE3B-A7B5-4B51-90BC-88D5321B9E36}" destId="{3209F479-AFA8-43E6-A006-34B9AC6F49F1}" srcOrd="0" destOrd="0" presId="urn:microsoft.com/office/officeart/2008/layout/LinedList"/>
    <dgm:cxn modelId="{EFBF947F-C7EA-46FC-A8CA-7C8CB659013D}" type="presParOf" srcId="{0C3AEE3B-A7B5-4B51-90BC-88D5321B9E36}" destId="{3312F100-E617-40E5-9FC1-793D732A5E65}" srcOrd="1" destOrd="0" presId="urn:microsoft.com/office/officeart/2008/layout/LinedList"/>
    <dgm:cxn modelId="{DC47BA3D-F4CD-4656-8745-47EE753592F8}" type="presParOf" srcId="{A2B6F4CB-8E70-45F0-9B60-A5FA921BE8F5}" destId="{D3C6D3FE-36FD-42EA-A5E9-37EE9DE0C2A4}" srcOrd="4" destOrd="0" presId="urn:microsoft.com/office/officeart/2008/layout/LinedList"/>
    <dgm:cxn modelId="{EB356E91-A577-4177-8075-6E8EAD4B1B38}" type="presParOf" srcId="{A2B6F4CB-8E70-45F0-9B60-A5FA921BE8F5}" destId="{E8DFB536-16D2-4B4D-A25C-9FDD7486DC22}" srcOrd="5" destOrd="0" presId="urn:microsoft.com/office/officeart/2008/layout/LinedList"/>
    <dgm:cxn modelId="{E732CD26-60C5-4D17-9A35-F6371C6768BC}" type="presParOf" srcId="{E8DFB536-16D2-4B4D-A25C-9FDD7486DC22}" destId="{F3278D3E-ED42-4092-A640-FEC48B0D4F4C}" srcOrd="0" destOrd="0" presId="urn:microsoft.com/office/officeart/2008/layout/LinedList"/>
    <dgm:cxn modelId="{37837BD2-DD89-40CC-84A0-CA1A2A6B9F09}" type="presParOf" srcId="{E8DFB536-16D2-4B4D-A25C-9FDD7486DC22}" destId="{17422377-AB87-479E-A41A-1E6404CC86A3}" srcOrd="1" destOrd="0" presId="urn:microsoft.com/office/officeart/2008/layout/LinedList"/>
    <dgm:cxn modelId="{82253870-926D-409A-AEC2-9A39488E448B}" type="presParOf" srcId="{A2B6F4CB-8E70-45F0-9B60-A5FA921BE8F5}" destId="{61D2F283-1AE8-41B7-B0C3-B586220A4F1C}" srcOrd="6" destOrd="0" presId="urn:microsoft.com/office/officeart/2008/layout/LinedList"/>
    <dgm:cxn modelId="{DCF57832-C47B-44D7-9468-9401EC85F2FE}" type="presParOf" srcId="{A2B6F4CB-8E70-45F0-9B60-A5FA921BE8F5}" destId="{126F17E2-638D-4421-82EB-96194C99549E}" srcOrd="7" destOrd="0" presId="urn:microsoft.com/office/officeart/2008/layout/LinedList"/>
    <dgm:cxn modelId="{744CE813-8753-4DD6-B30E-A0320ED6A7E9}" type="presParOf" srcId="{126F17E2-638D-4421-82EB-96194C99549E}" destId="{6DEE1FCB-4E6A-4110-A116-3A772CE3E470}" srcOrd="0" destOrd="0" presId="urn:microsoft.com/office/officeart/2008/layout/LinedList"/>
    <dgm:cxn modelId="{9190951E-B7A4-4F7E-94A6-190327EC4A71}" type="presParOf" srcId="{126F17E2-638D-4421-82EB-96194C99549E}" destId="{3FDDE6AD-F5E8-42C5-B567-C9D1406E0CB0}" srcOrd="1" destOrd="0" presId="urn:microsoft.com/office/officeart/2008/layout/LinedList"/>
    <dgm:cxn modelId="{6B0E1260-6A0B-4B31-BBC4-E3BA0D11A433}" type="presParOf" srcId="{A2B6F4CB-8E70-45F0-9B60-A5FA921BE8F5}" destId="{A085FD20-D4F8-468E-8CD7-575153564510}" srcOrd="8" destOrd="0" presId="urn:microsoft.com/office/officeart/2008/layout/LinedList"/>
    <dgm:cxn modelId="{30BE704D-3AB2-489A-B5F4-784A21F0FF5E}" type="presParOf" srcId="{A2B6F4CB-8E70-45F0-9B60-A5FA921BE8F5}" destId="{8864E4EC-8E48-4642-A515-CAF9F5D4CCC8}" srcOrd="9" destOrd="0" presId="urn:microsoft.com/office/officeart/2008/layout/LinedList"/>
    <dgm:cxn modelId="{76B87ED9-335F-4E51-8ED0-0472AE52D933}" type="presParOf" srcId="{8864E4EC-8E48-4642-A515-CAF9F5D4CCC8}" destId="{43FC63C0-C722-4FDE-97AC-1C33F315A582}" srcOrd="0" destOrd="0" presId="urn:microsoft.com/office/officeart/2008/layout/LinedList"/>
    <dgm:cxn modelId="{CCB993CB-3A59-4C39-A877-D942D8CAEBC6}" type="presParOf" srcId="{8864E4EC-8E48-4642-A515-CAF9F5D4CCC8}" destId="{1B303AB4-9CAA-47A2-B365-C9A4F3B93F74}" srcOrd="1" destOrd="0" presId="urn:microsoft.com/office/officeart/2008/layout/LinedList"/>
    <dgm:cxn modelId="{9906FB8B-8149-498A-8254-48683C9F9DE0}" type="presParOf" srcId="{A2B6F4CB-8E70-45F0-9B60-A5FA921BE8F5}" destId="{3BD6D719-23CF-4AF4-AEC2-B0F809E8D7B3}" srcOrd="10" destOrd="0" presId="urn:microsoft.com/office/officeart/2008/layout/LinedList"/>
    <dgm:cxn modelId="{420A45E6-C038-438A-8490-6C9548F092BA}" type="presParOf" srcId="{A2B6F4CB-8E70-45F0-9B60-A5FA921BE8F5}" destId="{146BC72C-36A4-4BA3-ACA2-761A18CF5710}" srcOrd="11" destOrd="0" presId="urn:microsoft.com/office/officeart/2008/layout/LinedList"/>
    <dgm:cxn modelId="{467634BE-1C25-4C88-A0D7-9C9A6B5C824E}" type="presParOf" srcId="{146BC72C-36A4-4BA3-ACA2-761A18CF5710}" destId="{4652D632-2D01-46AE-8E33-AB4925D17248}" srcOrd="0" destOrd="0" presId="urn:microsoft.com/office/officeart/2008/layout/LinedList"/>
    <dgm:cxn modelId="{5083EF90-3547-4526-B42C-55D88E638DCB}" type="presParOf" srcId="{146BC72C-36A4-4BA3-ACA2-761A18CF5710}" destId="{AC385EC0-632A-4E82-A9BD-FA87EF2C32E0}" srcOrd="1" destOrd="0" presId="urn:microsoft.com/office/officeart/2008/layout/LinedList"/>
    <dgm:cxn modelId="{AD736C19-1501-4F5E-997E-DE55428A64BA}" type="presParOf" srcId="{A2B6F4CB-8E70-45F0-9B60-A5FA921BE8F5}" destId="{26768BEB-4C41-45F0-B006-30284A954C74}" srcOrd="12" destOrd="0" presId="urn:microsoft.com/office/officeart/2008/layout/LinedList"/>
    <dgm:cxn modelId="{DBBE4297-6559-490E-AFBC-EB05E76C1BD6}" type="presParOf" srcId="{A2B6F4CB-8E70-45F0-9B60-A5FA921BE8F5}" destId="{CA07E977-D66E-4BC9-9837-34C071EC645F}" srcOrd="13" destOrd="0" presId="urn:microsoft.com/office/officeart/2008/layout/LinedList"/>
    <dgm:cxn modelId="{FF249D03-A63A-4FD1-91BB-47AD2867FB31}" type="presParOf" srcId="{CA07E977-D66E-4BC9-9837-34C071EC645F}" destId="{22E23662-9499-4CBC-B1A6-0E34DED7DB7F}" srcOrd="0" destOrd="0" presId="urn:microsoft.com/office/officeart/2008/layout/LinedList"/>
    <dgm:cxn modelId="{CE0EE651-BB49-48FE-B8B4-3C83FA7A7468}" type="presParOf" srcId="{CA07E977-D66E-4BC9-9837-34C071EC645F}" destId="{727AB464-10A3-4776-9974-8D928EE85B46}" srcOrd="1" destOrd="0" presId="urn:microsoft.com/office/officeart/2008/layout/LinedList"/>
    <dgm:cxn modelId="{7FD64FD7-1412-460A-BBFC-8346615D3AF8}" type="presParOf" srcId="{A2B6F4CB-8E70-45F0-9B60-A5FA921BE8F5}" destId="{5C45275A-1FD3-46A1-B447-7D18115AF3BA}" srcOrd="14" destOrd="0" presId="urn:microsoft.com/office/officeart/2008/layout/LinedList"/>
    <dgm:cxn modelId="{1609D5B8-2C7E-4529-9A3E-8571DBC9E551}" type="presParOf" srcId="{A2B6F4CB-8E70-45F0-9B60-A5FA921BE8F5}" destId="{4B66FE9A-20B6-4B20-97AA-FEF3B53D4D18}" srcOrd="15" destOrd="0" presId="urn:microsoft.com/office/officeart/2008/layout/LinedList"/>
    <dgm:cxn modelId="{DDF7667A-6E2E-49D1-A2A9-3F588A653EBA}" type="presParOf" srcId="{4B66FE9A-20B6-4B20-97AA-FEF3B53D4D18}" destId="{041116A1-0A99-4AF4-A450-C3D6CE296A0E}" srcOrd="0" destOrd="0" presId="urn:microsoft.com/office/officeart/2008/layout/LinedList"/>
    <dgm:cxn modelId="{D6B42FC7-2414-4121-82A6-C2881D7ACAEE}" type="presParOf" srcId="{4B66FE9A-20B6-4B20-97AA-FEF3B53D4D18}" destId="{4D6A1EDB-A2D7-4B86-AAE5-9BBB9985DA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887695C-95BF-4C66-80B0-36B2C320E09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5E575C-77BD-4995-96DD-453D5DF77405}">
      <dgm:prSet/>
      <dgm:spPr/>
      <dgm:t>
        <a:bodyPr/>
        <a:lstStyle/>
        <a:p>
          <a:pPr>
            <a:defRPr b="1"/>
          </a:pPr>
          <a:r>
            <a:rPr lang="es-CL" b="1"/>
            <a:t>K-means++ y variantes en datos financieros:</a:t>
          </a:r>
          <a:r>
            <a:rPr lang="es-CL"/>
            <a:t> </a:t>
          </a:r>
          <a:endParaRPr lang="en-US"/>
        </a:p>
      </dgm:t>
    </dgm:pt>
    <dgm:pt modelId="{B91F1618-7524-4CDF-9162-F2B217FB7927}" type="parTrans" cxnId="{3F35C228-973E-470E-8D08-AB3DFC7F8B0A}">
      <dgm:prSet/>
      <dgm:spPr/>
      <dgm:t>
        <a:bodyPr/>
        <a:lstStyle/>
        <a:p>
          <a:endParaRPr lang="en-US"/>
        </a:p>
      </dgm:t>
    </dgm:pt>
    <dgm:pt modelId="{649445FA-B352-4195-84CF-5DF6C9FA10C6}" type="sibTrans" cxnId="{3F35C228-973E-470E-8D08-AB3DFC7F8B0A}">
      <dgm:prSet/>
      <dgm:spPr/>
      <dgm:t>
        <a:bodyPr/>
        <a:lstStyle/>
        <a:p>
          <a:endParaRPr lang="en-US"/>
        </a:p>
      </dgm:t>
    </dgm:pt>
    <dgm:pt modelId="{A724CF47-D0F7-4BEB-B66A-E108612072C5}">
      <dgm:prSet/>
      <dgm:spPr/>
      <dgm:t>
        <a:bodyPr/>
        <a:lstStyle/>
        <a:p>
          <a:r>
            <a:rPr lang="es-CL"/>
            <a:t>Du, G., Li, X., Zhang, L., Liu, L., Zhao, C. (2021). </a:t>
          </a:r>
          <a:r>
            <a:rPr lang="es-CL" i="1"/>
            <a:t>Novel Automated K-means++ Algorithm for Financial Data Sets</a:t>
          </a:r>
          <a:r>
            <a:rPr lang="es-CL"/>
            <a:t>. Mathematical Problems in Engineering.</a:t>
          </a:r>
          <a:br>
            <a:rPr lang="es-CL"/>
          </a:br>
          <a:r>
            <a:rPr lang="es-CL">
              <a:hlinkClick xmlns:r="http://schemas.openxmlformats.org/officeDocument/2006/relationships" r:id="rId1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1"/>
            </a:rPr>
            <a:t>[scispace.com]</a:t>
          </a:r>
          <a:endParaRPr lang="en-US"/>
        </a:p>
      </dgm:t>
    </dgm:pt>
    <dgm:pt modelId="{6D33D550-1149-4237-A64A-9F4F7080318E}" type="parTrans" cxnId="{F86A4F36-4A0A-4B4B-A54B-3A0F7E449371}">
      <dgm:prSet/>
      <dgm:spPr/>
      <dgm:t>
        <a:bodyPr/>
        <a:lstStyle/>
        <a:p>
          <a:endParaRPr lang="en-US"/>
        </a:p>
      </dgm:t>
    </dgm:pt>
    <dgm:pt modelId="{1A512AB7-18A3-4599-82BA-5C045D8EC6D5}" type="sibTrans" cxnId="{F86A4F36-4A0A-4B4B-A54B-3A0F7E449371}">
      <dgm:prSet/>
      <dgm:spPr/>
      <dgm:t>
        <a:bodyPr/>
        <a:lstStyle/>
        <a:p>
          <a:endParaRPr lang="en-US"/>
        </a:p>
      </dgm:t>
    </dgm:pt>
    <dgm:pt modelId="{C515C6E8-460F-4626-87BE-AEBD7693C521}">
      <dgm:prSet/>
      <dgm:spPr/>
      <dgm:t>
        <a:bodyPr/>
        <a:lstStyle/>
        <a:p>
          <a:pPr>
            <a:defRPr b="1"/>
          </a:pPr>
          <a:r>
            <a:rPr lang="es-CL" b="1"/>
            <a:t>Self-Organizing Maps (SOM) en segmentación de riesgo y clientes:</a:t>
          </a:r>
          <a:r>
            <a:rPr lang="es-CL"/>
            <a:t> </a:t>
          </a:r>
          <a:endParaRPr lang="en-US"/>
        </a:p>
      </dgm:t>
    </dgm:pt>
    <dgm:pt modelId="{19A2C608-A9A6-4F3E-BA35-1630D2BF40E6}" type="parTrans" cxnId="{B5BD9B35-9625-4422-BD51-DBB40B6701E5}">
      <dgm:prSet/>
      <dgm:spPr/>
      <dgm:t>
        <a:bodyPr/>
        <a:lstStyle/>
        <a:p>
          <a:endParaRPr lang="en-US"/>
        </a:p>
      </dgm:t>
    </dgm:pt>
    <dgm:pt modelId="{DAEECE57-4231-4CDF-932B-CE13615FB200}" type="sibTrans" cxnId="{B5BD9B35-9625-4422-BD51-DBB40B6701E5}">
      <dgm:prSet/>
      <dgm:spPr/>
      <dgm:t>
        <a:bodyPr/>
        <a:lstStyle/>
        <a:p>
          <a:endParaRPr lang="en-US"/>
        </a:p>
      </dgm:t>
    </dgm:pt>
    <dgm:pt modelId="{850D436C-D29A-481F-8441-BF280BF7CF50}">
      <dgm:prSet/>
      <dgm:spPr/>
      <dgm:t>
        <a:bodyPr/>
        <a:lstStyle/>
        <a:p>
          <a:r>
            <a:rPr lang="es-CL"/>
            <a:t>Kolari, J.W., Pastor Sanz, I. (2017). </a:t>
          </a:r>
          <a:r>
            <a:rPr lang="es-CL" i="1"/>
            <a:t>Systemic risk measurement in banking using self-organizing maps</a:t>
          </a:r>
          <a:r>
            <a:rPr lang="es-CL"/>
            <a:t>. Journal of Banking Regulation, 18, 338–358.</a:t>
          </a:r>
          <a:br>
            <a:rPr lang="es-CL"/>
          </a:br>
          <a:r>
            <a:rPr lang="es-CL">
              <a:hlinkClick xmlns:r="http://schemas.openxmlformats.org/officeDocument/2006/relationships" r:id="rId2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2"/>
            </a:rPr>
            <a:t>[link.springer.com]</a:t>
          </a:r>
          <a:endParaRPr lang="en-US"/>
        </a:p>
      </dgm:t>
    </dgm:pt>
    <dgm:pt modelId="{209FE98A-C24F-441C-8DED-BAF0F0B05E1D}" type="parTrans" cxnId="{FF72DDC4-BDE0-4E39-BE20-F031619AA3EA}">
      <dgm:prSet/>
      <dgm:spPr/>
      <dgm:t>
        <a:bodyPr/>
        <a:lstStyle/>
        <a:p>
          <a:endParaRPr lang="en-US"/>
        </a:p>
      </dgm:t>
    </dgm:pt>
    <dgm:pt modelId="{F7F6ED4D-D03D-4187-848D-ECCBA966C613}" type="sibTrans" cxnId="{FF72DDC4-BDE0-4E39-BE20-F031619AA3EA}">
      <dgm:prSet/>
      <dgm:spPr/>
      <dgm:t>
        <a:bodyPr/>
        <a:lstStyle/>
        <a:p>
          <a:endParaRPr lang="en-US"/>
        </a:p>
      </dgm:t>
    </dgm:pt>
    <dgm:pt modelId="{4B28D430-BE03-4247-867F-3B55B15B97CF}">
      <dgm:prSet/>
      <dgm:spPr/>
      <dgm:t>
        <a:bodyPr/>
        <a:lstStyle/>
        <a:p>
          <a:r>
            <a:rPr lang="es-CL"/>
            <a:t>Pejić Bach, M., Juković, S., Dumičić, K., Šarlija, N. (2013). </a:t>
          </a:r>
          <a:r>
            <a:rPr lang="es-CL" i="1"/>
            <a:t>Business Client Segmentation in Banking Using Self-Organizing Maps</a:t>
          </a:r>
          <a:r>
            <a:rPr lang="es-CL"/>
            <a:t>.</a:t>
          </a:r>
          <a:br>
            <a:rPr lang="es-CL"/>
          </a:br>
          <a:r>
            <a:rPr lang="es-CL">
              <a:hlinkClick xmlns:r="http://schemas.openxmlformats.org/officeDocument/2006/relationships" r:id="rId3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3"/>
            </a:rPr>
            <a:t>[journal.efsa.unsa.ba]</a:t>
          </a:r>
          <a:endParaRPr lang="en-US"/>
        </a:p>
      </dgm:t>
    </dgm:pt>
    <dgm:pt modelId="{85194DBE-9CC4-4C44-9071-BE27296B95BE}" type="parTrans" cxnId="{0B866B5C-492A-478E-A653-22AE6608CF6A}">
      <dgm:prSet/>
      <dgm:spPr/>
      <dgm:t>
        <a:bodyPr/>
        <a:lstStyle/>
        <a:p>
          <a:endParaRPr lang="en-US"/>
        </a:p>
      </dgm:t>
    </dgm:pt>
    <dgm:pt modelId="{133EDA03-0904-4194-8D15-BF6EE59031B8}" type="sibTrans" cxnId="{0B866B5C-492A-478E-A653-22AE6608CF6A}">
      <dgm:prSet/>
      <dgm:spPr/>
      <dgm:t>
        <a:bodyPr/>
        <a:lstStyle/>
        <a:p>
          <a:endParaRPr lang="en-US"/>
        </a:p>
      </dgm:t>
    </dgm:pt>
    <dgm:pt modelId="{13FD2B67-5444-4E24-A410-39CB70D41A37}">
      <dgm:prSet/>
      <dgm:spPr/>
      <dgm:t>
        <a:bodyPr/>
        <a:lstStyle/>
        <a:p>
          <a:pPr>
            <a:defRPr b="1"/>
          </a:pPr>
          <a:r>
            <a:rPr lang="es-CL" b="1"/>
            <a:t>Deep Learning (autoencoders + clustering) en trading y patrones ocultos:</a:t>
          </a:r>
          <a:r>
            <a:rPr lang="es-CL"/>
            <a:t> </a:t>
          </a:r>
          <a:endParaRPr lang="en-US"/>
        </a:p>
      </dgm:t>
    </dgm:pt>
    <dgm:pt modelId="{B9E30018-53A7-4F45-B5F3-21C25AF50BBA}" type="parTrans" cxnId="{A9AED41B-5824-4517-8EE8-ECB3CBA477AB}">
      <dgm:prSet/>
      <dgm:spPr/>
      <dgm:t>
        <a:bodyPr/>
        <a:lstStyle/>
        <a:p>
          <a:endParaRPr lang="en-US"/>
        </a:p>
      </dgm:t>
    </dgm:pt>
    <dgm:pt modelId="{029BE49E-3257-4CA2-B0EE-18093A898CB6}" type="sibTrans" cxnId="{A9AED41B-5824-4517-8EE8-ECB3CBA477AB}">
      <dgm:prSet/>
      <dgm:spPr/>
      <dgm:t>
        <a:bodyPr/>
        <a:lstStyle/>
        <a:p>
          <a:endParaRPr lang="en-US"/>
        </a:p>
      </dgm:t>
    </dgm:pt>
    <dgm:pt modelId="{B535B422-29B2-4822-BFFF-802BF37E5F31}">
      <dgm:prSet/>
      <dgm:spPr/>
      <dgm:t>
        <a:bodyPr/>
        <a:lstStyle/>
        <a:p>
          <a:r>
            <a:rPr lang="es-CL"/>
            <a:t>Bao, W., Yue, J., Rao, Y. (2017). </a:t>
          </a:r>
          <a:r>
            <a:rPr lang="es-CL" i="1"/>
            <a:t>A deep learning framework for financial time series using stacked autoencoders and long-short term memory</a:t>
          </a:r>
          <a:r>
            <a:rPr lang="es-CL"/>
            <a:t>. PLOS ONE, 12(7): e0180944.</a:t>
          </a:r>
          <a:br>
            <a:rPr lang="es-CL"/>
          </a:br>
          <a:r>
            <a:rPr lang="es-CL">
              <a:hlinkClick xmlns:r="http://schemas.openxmlformats.org/officeDocument/2006/relationships" r:id="rId4"/>
            </a:rPr>
            <a:t>Artículo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4"/>
            </a:rPr>
            <a:t>[journals.plos.org]</a:t>
          </a:r>
          <a:endParaRPr lang="en-US"/>
        </a:p>
      </dgm:t>
    </dgm:pt>
    <dgm:pt modelId="{70878D12-89A2-475B-8E2D-F675B9D52059}" type="parTrans" cxnId="{E58D6DEE-DEE3-4F8C-BF0B-B8D13430CDDC}">
      <dgm:prSet/>
      <dgm:spPr/>
      <dgm:t>
        <a:bodyPr/>
        <a:lstStyle/>
        <a:p>
          <a:endParaRPr lang="en-US"/>
        </a:p>
      </dgm:t>
    </dgm:pt>
    <dgm:pt modelId="{04F9F7BB-BBDA-40C2-9F9A-ADF493AF03C5}" type="sibTrans" cxnId="{E58D6DEE-DEE3-4F8C-BF0B-B8D13430CDDC}">
      <dgm:prSet/>
      <dgm:spPr/>
      <dgm:t>
        <a:bodyPr/>
        <a:lstStyle/>
        <a:p>
          <a:endParaRPr lang="en-US"/>
        </a:p>
      </dgm:t>
    </dgm:pt>
    <dgm:pt modelId="{872E8BA2-070A-4FF8-A047-7373EBA202A7}">
      <dgm:prSet/>
      <dgm:spPr/>
      <dgm:t>
        <a:bodyPr/>
        <a:lstStyle/>
        <a:p>
          <a:r>
            <a:rPr lang="es-CL"/>
            <a:t>Norlander, E. (2019). </a:t>
          </a:r>
          <a:r>
            <a:rPr lang="es-CL" i="1"/>
            <a:t>Clustering and Anomaly Detection in Financial Trading Data Using the Conditional Latent Space Variational Autoencoder</a:t>
          </a:r>
          <a:r>
            <a:rPr lang="es-CL"/>
            <a:t>.</a:t>
          </a:r>
          <a:br>
            <a:rPr lang="es-CL"/>
          </a:br>
          <a:r>
            <a:rPr lang="es-CL">
              <a:hlinkClick xmlns:r="http://schemas.openxmlformats.org/officeDocument/2006/relationships" r:id="rId5"/>
            </a:rPr>
            <a:t>PDF</a:t>
          </a:r>
          <a:r>
            <a:rPr lang="es-CL"/>
            <a:t> </a:t>
          </a:r>
          <a:r>
            <a:rPr lang="es-CL">
              <a:hlinkClick xmlns:r="http://schemas.openxmlformats.org/officeDocument/2006/relationships" r:id="rId5"/>
            </a:rPr>
            <a:t>[lup.lub.lu.se]</a:t>
          </a:r>
          <a:endParaRPr lang="en-US"/>
        </a:p>
      </dgm:t>
    </dgm:pt>
    <dgm:pt modelId="{F37696E6-9B3D-4F54-B494-D3991D2B4EFE}" type="parTrans" cxnId="{CF03F186-2C29-42DF-BF07-7D08A4528593}">
      <dgm:prSet/>
      <dgm:spPr/>
      <dgm:t>
        <a:bodyPr/>
        <a:lstStyle/>
        <a:p>
          <a:endParaRPr lang="en-US"/>
        </a:p>
      </dgm:t>
    </dgm:pt>
    <dgm:pt modelId="{BA8C078D-9F32-4457-90E8-BE60C4C60D2D}" type="sibTrans" cxnId="{CF03F186-2C29-42DF-BF07-7D08A4528593}">
      <dgm:prSet/>
      <dgm:spPr/>
      <dgm:t>
        <a:bodyPr/>
        <a:lstStyle/>
        <a:p>
          <a:endParaRPr lang="en-US"/>
        </a:p>
      </dgm:t>
    </dgm:pt>
    <dgm:pt modelId="{C469F560-C9CC-4604-810F-35F634ACF498}" type="pres">
      <dgm:prSet presAssocID="{9887695C-95BF-4C66-80B0-36B2C320E095}" presName="root" presStyleCnt="0">
        <dgm:presLayoutVars>
          <dgm:dir/>
          <dgm:resizeHandles val="exact"/>
        </dgm:presLayoutVars>
      </dgm:prSet>
      <dgm:spPr/>
    </dgm:pt>
    <dgm:pt modelId="{46A14101-BFC9-48C3-9102-05C71CF6BD3C}" type="pres">
      <dgm:prSet presAssocID="{645E575C-77BD-4995-96DD-453D5DF77405}" presName="compNode" presStyleCnt="0"/>
      <dgm:spPr/>
    </dgm:pt>
    <dgm:pt modelId="{BCA429B7-3992-4CFE-B6A0-FFF8D4BE8F92}" type="pres">
      <dgm:prSet presAssocID="{645E575C-77BD-4995-96DD-453D5DF77405}" presName="iconRect" presStyleLbl="node1" presStyleIdx="0" presStyleCnt="3"/>
      <dgm:spPr>
        <a:prstGeom prst="flowChartMagneticDisk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ón"/>
        </a:ext>
      </dgm:extLst>
    </dgm:pt>
    <dgm:pt modelId="{94EF7741-B57C-4379-B4EB-F08C1FF81333}" type="pres">
      <dgm:prSet presAssocID="{645E575C-77BD-4995-96DD-453D5DF77405}" presName="iconSpace" presStyleCnt="0"/>
      <dgm:spPr/>
    </dgm:pt>
    <dgm:pt modelId="{A74ED00D-E694-4F80-A199-826FF7E7FE49}" type="pres">
      <dgm:prSet presAssocID="{645E575C-77BD-4995-96DD-453D5DF77405}" presName="parTx" presStyleLbl="revTx" presStyleIdx="0" presStyleCnt="6">
        <dgm:presLayoutVars>
          <dgm:chMax val="0"/>
          <dgm:chPref val="0"/>
        </dgm:presLayoutVars>
      </dgm:prSet>
      <dgm:spPr/>
    </dgm:pt>
    <dgm:pt modelId="{71FA6808-D0C7-448C-B041-1250548C03F2}" type="pres">
      <dgm:prSet presAssocID="{645E575C-77BD-4995-96DD-453D5DF77405}" presName="txSpace" presStyleCnt="0"/>
      <dgm:spPr/>
    </dgm:pt>
    <dgm:pt modelId="{317715CD-DB1D-4BD1-BE55-550D238C4F7D}" type="pres">
      <dgm:prSet presAssocID="{645E575C-77BD-4995-96DD-453D5DF77405}" presName="desTx" presStyleLbl="revTx" presStyleIdx="1" presStyleCnt="6">
        <dgm:presLayoutVars/>
      </dgm:prSet>
      <dgm:spPr/>
    </dgm:pt>
    <dgm:pt modelId="{EA724E30-93DA-4F44-A77F-345D86D6D311}" type="pres">
      <dgm:prSet presAssocID="{649445FA-B352-4195-84CF-5DF6C9FA10C6}" presName="sibTrans" presStyleCnt="0"/>
      <dgm:spPr/>
    </dgm:pt>
    <dgm:pt modelId="{10EC2B50-C616-401E-8B79-CA97F1743AC0}" type="pres">
      <dgm:prSet presAssocID="{C515C6E8-460F-4626-87BE-AEBD7693C521}" presName="compNode" presStyleCnt="0"/>
      <dgm:spPr/>
    </dgm:pt>
    <dgm:pt modelId="{89C6EB70-471F-45D5-9334-5C3BBF328314}" type="pres">
      <dgm:prSet presAssocID="{C515C6E8-460F-4626-87BE-AEBD7693C521}" presName="iconRect" presStyleLbl="node1" presStyleIdx="1" presStyleCnt="3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F67C367E-BC30-4CD6-A193-AFC0E67A408F}" type="pres">
      <dgm:prSet presAssocID="{C515C6E8-460F-4626-87BE-AEBD7693C521}" presName="iconSpace" presStyleCnt="0"/>
      <dgm:spPr/>
    </dgm:pt>
    <dgm:pt modelId="{2F4367B6-733C-418B-B597-D093A88419B7}" type="pres">
      <dgm:prSet presAssocID="{C515C6E8-460F-4626-87BE-AEBD7693C521}" presName="parTx" presStyleLbl="revTx" presStyleIdx="2" presStyleCnt="6">
        <dgm:presLayoutVars>
          <dgm:chMax val="0"/>
          <dgm:chPref val="0"/>
        </dgm:presLayoutVars>
      </dgm:prSet>
      <dgm:spPr/>
    </dgm:pt>
    <dgm:pt modelId="{A4B1A978-A2DA-4778-A96F-000A9B27BFB8}" type="pres">
      <dgm:prSet presAssocID="{C515C6E8-460F-4626-87BE-AEBD7693C521}" presName="txSpace" presStyleCnt="0"/>
      <dgm:spPr/>
    </dgm:pt>
    <dgm:pt modelId="{5FBA5DED-CA9B-44AA-BCC7-F451ABFA6749}" type="pres">
      <dgm:prSet presAssocID="{C515C6E8-460F-4626-87BE-AEBD7693C521}" presName="desTx" presStyleLbl="revTx" presStyleIdx="3" presStyleCnt="6">
        <dgm:presLayoutVars/>
      </dgm:prSet>
      <dgm:spPr/>
    </dgm:pt>
    <dgm:pt modelId="{DF5C41B8-7952-406F-9DBF-0EE77CACB982}" type="pres">
      <dgm:prSet presAssocID="{DAEECE57-4231-4CDF-932B-CE13615FB200}" presName="sibTrans" presStyleCnt="0"/>
      <dgm:spPr/>
    </dgm:pt>
    <dgm:pt modelId="{574B37CE-19C5-4352-9BE2-4267CE9CEB36}" type="pres">
      <dgm:prSet presAssocID="{13FD2B67-5444-4E24-A410-39CB70D41A37}" presName="compNode" presStyleCnt="0"/>
      <dgm:spPr/>
    </dgm:pt>
    <dgm:pt modelId="{46A36B89-9CED-4450-947F-8A768FD0C86A}" type="pres">
      <dgm:prSet presAssocID="{13FD2B67-5444-4E24-A410-39CB70D41A37}" presName="iconRect" presStyleLbl="node1" presStyleIdx="2" presStyleCnt="3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oked Turkey"/>
        </a:ext>
      </dgm:extLst>
    </dgm:pt>
    <dgm:pt modelId="{4DB75FE0-885A-4DA9-A576-1D43B4CA94A8}" type="pres">
      <dgm:prSet presAssocID="{13FD2B67-5444-4E24-A410-39CB70D41A37}" presName="iconSpace" presStyleCnt="0"/>
      <dgm:spPr/>
    </dgm:pt>
    <dgm:pt modelId="{34F62F12-BDA9-4842-A639-CB1A085E7BCB}" type="pres">
      <dgm:prSet presAssocID="{13FD2B67-5444-4E24-A410-39CB70D41A37}" presName="parTx" presStyleLbl="revTx" presStyleIdx="4" presStyleCnt="6">
        <dgm:presLayoutVars>
          <dgm:chMax val="0"/>
          <dgm:chPref val="0"/>
        </dgm:presLayoutVars>
      </dgm:prSet>
      <dgm:spPr/>
    </dgm:pt>
    <dgm:pt modelId="{21125ADC-3111-450C-80BB-CC6B1F74DF71}" type="pres">
      <dgm:prSet presAssocID="{13FD2B67-5444-4E24-A410-39CB70D41A37}" presName="txSpace" presStyleCnt="0"/>
      <dgm:spPr/>
    </dgm:pt>
    <dgm:pt modelId="{67BD1C1F-A1EB-4681-8847-D0737BA1327E}" type="pres">
      <dgm:prSet presAssocID="{13FD2B67-5444-4E24-A410-39CB70D41A37}" presName="desTx" presStyleLbl="revTx" presStyleIdx="5" presStyleCnt="6">
        <dgm:presLayoutVars/>
      </dgm:prSet>
      <dgm:spPr/>
    </dgm:pt>
  </dgm:ptLst>
  <dgm:cxnLst>
    <dgm:cxn modelId="{A9AED41B-5824-4517-8EE8-ECB3CBA477AB}" srcId="{9887695C-95BF-4C66-80B0-36B2C320E095}" destId="{13FD2B67-5444-4E24-A410-39CB70D41A37}" srcOrd="2" destOrd="0" parTransId="{B9E30018-53A7-4F45-B5F3-21C25AF50BBA}" sibTransId="{029BE49E-3257-4CA2-B0EE-18093A898CB6}"/>
    <dgm:cxn modelId="{D382BE27-F7C2-4D04-8131-0158D1D1EB0E}" type="presOf" srcId="{B535B422-29B2-4822-BFFF-802BF37E5F31}" destId="{67BD1C1F-A1EB-4681-8847-D0737BA1327E}" srcOrd="0" destOrd="0" presId="urn:microsoft.com/office/officeart/2018/2/layout/IconLabelDescriptionList"/>
    <dgm:cxn modelId="{3F35C228-973E-470E-8D08-AB3DFC7F8B0A}" srcId="{9887695C-95BF-4C66-80B0-36B2C320E095}" destId="{645E575C-77BD-4995-96DD-453D5DF77405}" srcOrd="0" destOrd="0" parTransId="{B91F1618-7524-4CDF-9162-F2B217FB7927}" sibTransId="{649445FA-B352-4195-84CF-5DF6C9FA10C6}"/>
    <dgm:cxn modelId="{B5BD9B35-9625-4422-BD51-DBB40B6701E5}" srcId="{9887695C-95BF-4C66-80B0-36B2C320E095}" destId="{C515C6E8-460F-4626-87BE-AEBD7693C521}" srcOrd="1" destOrd="0" parTransId="{19A2C608-A9A6-4F3E-BA35-1630D2BF40E6}" sibTransId="{DAEECE57-4231-4CDF-932B-CE13615FB200}"/>
    <dgm:cxn modelId="{F86A4F36-4A0A-4B4B-A54B-3A0F7E449371}" srcId="{645E575C-77BD-4995-96DD-453D5DF77405}" destId="{A724CF47-D0F7-4BEB-B66A-E108612072C5}" srcOrd="0" destOrd="0" parTransId="{6D33D550-1149-4237-A64A-9F4F7080318E}" sibTransId="{1A512AB7-18A3-4599-82BA-5C045D8EC6D5}"/>
    <dgm:cxn modelId="{0B866B5C-492A-478E-A653-22AE6608CF6A}" srcId="{C515C6E8-460F-4626-87BE-AEBD7693C521}" destId="{4B28D430-BE03-4247-867F-3B55B15B97CF}" srcOrd="1" destOrd="0" parTransId="{85194DBE-9CC4-4C44-9071-BE27296B95BE}" sibTransId="{133EDA03-0904-4194-8D15-BF6EE59031B8}"/>
    <dgm:cxn modelId="{5F69EE5C-9ABE-4E13-8D55-1BC7B71640E9}" type="presOf" srcId="{872E8BA2-070A-4FF8-A047-7373EBA202A7}" destId="{67BD1C1F-A1EB-4681-8847-D0737BA1327E}" srcOrd="0" destOrd="1" presId="urn:microsoft.com/office/officeart/2018/2/layout/IconLabelDescriptionList"/>
    <dgm:cxn modelId="{8F713963-DFFF-4BAB-8AAB-0CAC73F3E2BD}" type="presOf" srcId="{9887695C-95BF-4C66-80B0-36B2C320E095}" destId="{C469F560-C9CC-4604-810F-35F634ACF498}" srcOrd="0" destOrd="0" presId="urn:microsoft.com/office/officeart/2018/2/layout/IconLabelDescriptionList"/>
    <dgm:cxn modelId="{B8AB0279-760C-40B8-BE59-5612B7EC02A1}" type="presOf" srcId="{13FD2B67-5444-4E24-A410-39CB70D41A37}" destId="{34F62F12-BDA9-4842-A639-CB1A085E7BCB}" srcOrd="0" destOrd="0" presId="urn:microsoft.com/office/officeart/2018/2/layout/IconLabelDescriptionList"/>
    <dgm:cxn modelId="{CF03F186-2C29-42DF-BF07-7D08A4528593}" srcId="{13FD2B67-5444-4E24-A410-39CB70D41A37}" destId="{872E8BA2-070A-4FF8-A047-7373EBA202A7}" srcOrd="1" destOrd="0" parTransId="{F37696E6-9B3D-4F54-B494-D3991D2B4EFE}" sibTransId="{BA8C078D-9F32-4457-90E8-BE60C4C60D2D}"/>
    <dgm:cxn modelId="{D877AC93-E3AC-44DD-8024-425E143FC76C}" type="presOf" srcId="{4B28D430-BE03-4247-867F-3B55B15B97CF}" destId="{5FBA5DED-CA9B-44AA-BCC7-F451ABFA6749}" srcOrd="0" destOrd="1" presId="urn:microsoft.com/office/officeart/2018/2/layout/IconLabelDescriptionList"/>
    <dgm:cxn modelId="{ED2A849B-0095-4779-8BDF-2D891BFBB492}" type="presOf" srcId="{C515C6E8-460F-4626-87BE-AEBD7693C521}" destId="{2F4367B6-733C-418B-B597-D093A88419B7}" srcOrd="0" destOrd="0" presId="urn:microsoft.com/office/officeart/2018/2/layout/IconLabelDescriptionList"/>
    <dgm:cxn modelId="{9C006BC3-38A0-43DF-9A93-4E15173AB0CF}" type="presOf" srcId="{A724CF47-D0F7-4BEB-B66A-E108612072C5}" destId="{317715CD-DB1D-4BD1-BE55-550D238C4F7D}" srcOrd="0" destOrd="0" presId="urn:microsoft.com/office/officeart/2018/2/layout/IconLabelDescriptionList"/>
    <dgm:cxn modelId="{FF72DDC4-BDE0-4E39-BE20-F031619AA3EA}" srcId="{C515C6E8-460F-4626-87BE-AEBD7693C521}" destId="{850D436C-D29A-481F-8441-BF280BF7CF50}" srcOrd="0" destOrd="0" parTransId="{209FE98A-C24F-441C-8DED-BAF0F0B05E1D}" sibTransId="{F7F6ED4D-D03D-4187-848D-ECCBA966C613}"/>
    <dgm:cxn modelId="{D16C1CEC-C9B6-460C-9345-F518277D6575}" type="presOf" srcId="{850D436C-D29A-481F-8441-BF280BF7CF50}" destId="{5FBA5DED-CA9B-44AA-BCC7-F451ABFA6749}" srcOrd="0" destOrd="0" presId="urn:microsoft.com/office/officeart/2018/2/layout/IconLabelDescriptionList"/>
    <dgm:cxn modelId="{E58D6DEE-DEE3-4F8C-BF0B-B8D13430CDDC}" srcId="{13FD2B67-5444-4E24-A410-39CB70D41A37}" destId="{B535B422-29B2-4822-BFFF-802BF37E5F31}" srcOrd="0" destOrd="0" parTransId="{70878D12-89A2-475B-8E2D-F675B9D52059}" sibTransId="{04F9F7BB-BBDA-40C2-9F9A-ADF493AF03C5}"/>
    <dgm:cxn modelId="{6480C9F7-7636-4522-9375-2E4C8E0C96EB}" type="presOf" srcId="{645E575C-77BD-4995-96DD-453D5DF77405}" destId="{A74ED00D-E694-4F80-A199-826FF7E7FE49}" srcOrd="0" destOrd="0" presId="urn:microsoft.com/office/officeart/2018/2/layout/IconLabelDescriptionList"/>
    <dgm:cxn modelId="{DDF80B06-DD0B-4227-9DD6-CB9C432FA79D}" type="presParOf" srcId="{C469F560-C9CC-4604-810F-35F634ACF498}" destId="{46A14101-BFC9-48C3-9102-05C71CF6BD3C}" srcOrd="0" destOrd="0" presId="urn:microsoft.com/office/officeart/2018/2/layout/IconLabelDescriptionList"/>
    <dgm:cxn modelId="{BFF0D090-F94D-4C0F-B168-EFA94143B3EA}" type="presParOf" srcId="{46A14101-BFC9-48C3-9102-05C71CF6BD3C}" destId="{BCA429B7-3992-4CFE-B6A0-FFF8D4BE8F92}" srcOrd="0" destOrd="0" presId="urn:microsoft.com/office/officeart/2018/2/layout/IconLabelDescriptionList"/>
    <dgm:cxn modelId="{9197C3F6-B7FB-4905-8F35-CD575DEC78E5}" type="presParOf" srcId="{46A14101-BFC9-48C3-9102-05C71CF6BD3C}" destId="{94EF7741-B57C-4379-B4EB-F08C1FF81333}" srcOrd="1" destOrd="0" presId="urn:microsoft.com/office/officeart/2018/2/layout/IconLabelDescriptionList"/>
    <dgm:cxn modelId="{12FE86EE-B3A4-465C-A564-AA4CC2B9B587}" type="presParOf" srcId="{46A14101-BFC9-48C3-9102-05C71CF6BD3C}" destId="{A74ED00D-E694-4F80-A199-826FF7E7FE49}" srcOrd="2" destOrd="0" presId="urn:microsoft.com/office/officeart/2018/2/layout/IconLabelDescriptionList"/>
    <dgm:cxn modelId="{34D6DC36-AECB-4FAE-8909-C40F76592BEC}" type="presParOf" srcId="{46A14101-BFC9-48C3-9102-05C71CF6BD3C}" destId="{71FA6808-D0C7-448C-B041-1250548C03F2}" srcOrd="3" destOrd="0" presId="urn:microsoft.com/office/officeart/2018/2/layout/IconLabelDescriptionList"/>
    <dgm:cxn modelId="{4FA379ED-E2AE-496C-9F73-6C2376E01D6A}" type="presParOf" srcId="{46A14101-BFC9-48C3-9102-05C71CF6BD3C}" destId="{317715CD-DB1D-4BD1-BE55-550D238C4F7D}" srcOrd="4" destOrd="0" presId="urn:microsoft.com/office/officeart/2018/2/layout/IconLabelDescriptionList"/>
    <dgm:cxn modelId="{36B567F5-F364-41A6-969B-5F472BFE8E38}" type="presParOf" srcId="{C469F560-C9CC-4604-810F-35F634ACF498}" destId="{EA724E30-93DA-4F44-A77F-345D86D6D311}" srcOrd="1" destOrd="0" presId="urn:microsoft.com/office/officeart/2018/2/layout/IconLabelDescriptionList"/>
    <dgm:cxn modelId="{15E4C1BF-E9A9-45EB-AE22-E76E94609277}" type="presParOf" srcId="{C469F560-C9CC-4604-810F-35F634ACF498}" destId="{10EC2B50-C616-401E-8B79-CA97F1743AC0}" srcOrd="2" destOrd="0" presId="urn:microsoft.com/office/officeart/2018/2/layout/IconLabelDescriptionList"/>
    <dgm:cxn modelId="{98E0E613-11B9-489D-8FF6-58E7ED60B763}" type="presParOf" srcId="{10EC2B50-C616-401E-8B79-CA97F1743AC0}" destId="{89C6EB70-471F-45D5-9334-5C3BBF328314}" srcOrd="0" destOrd="0" presId="urn:microsoft.com/office/officeart/2018/2/layout/IconLabelDescriptionList"/>
    <dgm:cxn modelId="{EC9C2275-4027-413E-B637-571C646291B4}" type="presParOf" srcId="{10EC2B50-C616-401E-8B79-CA97F1743AC0}" destId="{F67C367E-BC30-4CD6-A193-AFC0E67A408F}" srcOrd="1" destOrd="0" presId="urn:microsoft.com/office/officeart/2018/2/layout/IconLabelDescriptionList"/>
    <dgm:cxn modelId="{FABF75D6-E540-400D-837B-3A480DF50729}" type="presParOf" srcId="{10EC2B50-C616-401E-8B79-CA97F1743AC0}" destId="{2F4367B6-733C-418B-B597-D093A88419B7}" srcOrd="2" destOrd="0" presId="urn:microsoft.com/office/officeart/2018/2/layout/IconLabelDescriptionList"/>
    <dgm:cxn modelId="{4500A685-DFB6-4310-8CF9-FB69B1429E5D}" type="presParOf" srcId="{10EC2B50-C616-401E-8B79-CA97F1743AC0}" destId="{A4B1A978-A2DA-4778-A96F-000A9B27BFB8}" srcOrd="3" destOrd="0" presId="urn:microsoft.com/office/officeart/2018/2/layout/IconLabelDescriptionList"/>
    <dgm:cxn modelId="{19A12817-D9F3-4FF6-9D67-3BB92C5A99F9}" type="presParOf" srcId="{10EC2B50-C616-401E-8B79-CA97F1743AC0}" destId="{5FBA5DED-CA9B-44AA-BCC7-F451ABFA6749}" srcOrd="4" destOrd="0" presId="urn:microsoft.com/office/officeart/2018/2/layout/IconLabelDescriptionList"/>
    <dgm:cxn modelId="{0846163F-15E4-46E4-A189-BCEFD9FAF4A6}" type="presParOf" srcId="{C469F560-C9CC-4604-810F-35F634ACF498}" destId="{DF5C41B8-7952-406F-9DBF-0EE77CACB982}" srcOrd="3" destOrd="0" presId="urn:microsoft.com/office/officeart/2018/2/layout/IconLabelDescriptionList"/>
    <dgm:cxn modelId="{BA8D6052-B7C2-4997-867C-2DE511CACBD6}" type="presParOf" srcId="{C469F560-C9CC-4604-810F-35F634ACF498}" destId="{574B37CE-19C5-4352-9BE2-4267CE9CEB36}" srcOrd="4" destOrd="0" presId="urn:microsoft.com/office/officeart/2018/2/layout/IconLabelDescriptionList"/>
    <dgm:cxn modelId="{2C0A66D6-6CB2-4CE9-9380-198135A8B8A8}" type="presParOf" srcId="{574B37CE-19C5-4352-9BE2-4267CE9CEB36}" destId="{46A36B89-9CED-4450-947F-8A768FD0C86A}" srcOrd="0" destOrd="0" presId="urn:microsoft.com/office/officeart/2018/2/layout/IconLabelDescriptionList"/>
    <dgm:cxn modelId="{657176BD-C3D6-43DB-9B94-BC13DAD69170}" type="presParOf" srcId="{574B37CE-19C5-4352-9BE2-4267CE9CEB36}" destId="{4DB75FE0-885A-4DA9-A576-1D43B4CA94A8}" srcOrd="1" destOrd="0" presId="urn:microsoft.com/office/officeart/2018/2/layout/IconLabelDescriptionList"/>
    <dgm:cxn modelId="{72A0EC91-16D2-4BEE-9D29-DD76F1A78ED7}" type="presParOf" srcId="{574B37CE-19C5-4352-9BE2-4267CE9CEB36}" destId="{34F62F12-BDA9-4842-A639-CB1A085E7BCB}" srcOrd="2" destOrd="0" presId="urn:microsoft.com/office/officeart/2018/2/layout/IconLabelDescriptionList"/>
    <dgm:cxn modelId="{FDB5E5EC-8F07-4680-947A-BBA4ECC7E670}" type="presParOf" srcId="{574B37CE-19C5-4352-9BE2-4267CE9CEB36}" destId="{21125ADC-3111-450C-80BB-CC6B1F74DF71}" srcOrd="3" destOrd="0" presId="urn:microsoft.com/office/officeart/2018/2/layout/IconLabelDescriptionList"/>
    <dgm:cxn modelId="{A9B6AF17-68F8-4199-8C51-6D084FA0CD16}" type="presParOf" srcId="{574B37CE-19C5-4352-9BE2-4267CE9CEB36}" destId="{67BD1C1F-A1EB-4681-8847-D0737BA1327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4852E-9673-489C-836A-4334287CF716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B88EA1-88A3-41BE-9C6B-D59ECDDC0D7A}">
      <dsp:nvSpPr>
        <dsp:cNvPr id="0" name=""/>
        <dsp:cNvSpPr/>
      </dsp:nvSpPr>
      <dsp:spPr>
        <a:xfrm>
          <a:off x="0" y="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DBSCAN (Density-Based Spatial Clustering of Applications with Noise):</a:t>
          </a:r>
        </a:p>
      </dsp:txBody>
      <dsp:txXfrm>
        <a:off x="0" y="0"/>
        <a:ext cx="5000124" cy="681740"/>
      </dsp:txXfrm>
    </dsp:sp>
    <dsp:sp modelId="{A4A1AEE3-0C26-489B-8F66-86F93DB27131}">
      <dsp:nvSpPr>
        <dsp:cNvPr id="0" name=""/>
        <dsp:cNvSpPr/>
      </dsp:nvSpPr>
      <dsp:spPr>
        <a:xfrm>
          <a:off x="0" y="6817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671D82-8083-49F6-94FC-1E25D63E26C7}">
      <dsp:nvSpPr>
        <dsp:cNvPr id="0" name=""/>
        <dsp:cNvSpPr/>
      </dsp:nvSpPr>
      <dsp:spPr>
        <a:xfrm>
          <a:off x="0" y="6817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Detecta clusters de forma arbitraria.</a:t>
          </a:r>
        </a:p>
      </dsp:txBody>
      <dsp:txXfrm>
        <a:off x="0" y="681740"/>
        <a:ext cx="5000124" cy="681740"/>
      </dsp:txXfrm>
    </dsp:sp>
    <dsp:sp modelId="{CC41F86C-F2F8-460F-A065-96874F099F96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D23C4E-4097-40CC-916C-86F30390448B}">
      <dsp:nvSpPr>
        <dsp:cNvPr id="0" name=""/>
        <dsp:cNvSpPr/>
      </dsp:nvSpPr>
      <dsp:spPr>
        <a:xfrm>
          <a:off x="0" y="13634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Identifica outliers de manera natural (útil para detectar anomalías o fraudes).</a:t>
          </a:r>
        </a:p>
      </dsp:txBody>
      <dsp:txXfrm>
        <a:off x="0" y="1363480"/>
        <a:ext cx="5000124" cy="681740"/>
      </dsp:txXfrm>
    </dsp:sp>
    <dsp:sp modelId="{AA73AC1A-3D1E-47FA-B7F5-E062C24C2395}">
      <dsp:nvSpPr>
        <dsp:cNvPr id="0" name=""/>
        <dsp:cNvSpPr/>
      </dsp:nvSpPr>
      <dsp:spPr>
        <a:xfrm>
          <a:off x="0" y="204522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165711-B49A-440E-8668-F7C47A3EC67A}">
      <dsp:nvSpPr>
        <dsp:cNvPr id="0" name=""/>
        <dsp:cNvSpPr/>
      </dsp:nvSpPr>
      <dsp:spPr>
        <a:xfrm>
          <a:off x="0" y="204522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No requiere especificar el número de clusters a priori.</a:t>
          </a:r>
        </a:p>
      </dsp:txBody>
      <dsp:txXfrm>
        <a:off x="0" y="2045220"/>
        <a:ext cx="5000124" cy="681740"/>
      </dsp:txXfrm>
    </dsp:sp>
    <dsp:sp modelId="{81A43258-F6DD-43BD-B5DE-6B7BB8AA9EBE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6E030F-7738-48F5-8E14-BA021E78F838}">
      <dsp:nvSpPr>
        <dsp:cNvPr id="0" name=""/>
        <dsp:cNvSpPr/>
      </dsp:nvSpPr>
      <dsp:spPr>
        <a:xfrm>
          <a:off x="0" y="272696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Problema: sensible a parámetros (ε, minPts).</a:t>
          </a:r>
        </a:p>
      </dsp:txBody>
      <dsp:txXfrm>
        <a:off x="0" y="2726960"/>
        <a:ext cx="5000124" cy="681740"/>
      </dsp:txXfrm>
    </dsp:sp>
    <dsp:sp modelId="{C1BD65F9-CCCB-4AEE-A284-2AB6728A442B}">
      <dsp:nvSpPr>
        <dsp:cNvPr id="0" name=""/>
        <dsp:cNvSpPr/>
      </dsp:nvSpPr>
      <dsp:spPr>
        <a:xfrm>
          <a:off x="0" y="340870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E7B24B-A916-4E5C-91D4-5917D3484F89}">
      <dsp:nvSpPr>
        <dsp:cNvPr id="0" name=""/>
        <dsp:cNvSpPr/>
      </dsp:nvSpPr>
      <dsp:spPr>
        <a:xfrm>
          <a:off x="0" y="340870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HDBSCAN (Hierarchical DBSCAN):</a:t>
          </a:r>
        </a:p>
      </dsp:txBody>
      <dsp:txXfrm>
        <a:off x="0" y="3408700"/>
        <a:ext cx="5000124" cy="681740"/>
      </dsp:txXfrm>
    </dsp:sp>
    <dsp:sp modelId="{11B56A71-76D9-4412-BCB8-A6425ACF3355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31C6A2-E8A9-4771-9BC1-64B2F723A4D0}">
      <dsp:nvSpPr>
        <dsp:cNvPr id="0" name=""/>
        <dsp:cNvSpPr/>
      </dsp:nvSpPr>
      <dsp:spPr>
        <a:xfrm>
          <a:off x="0" y="40904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Extiende DBSCAN, construye una jerarquía y selecciona clusters estables.</a:t>
          </a:r>
        </a:p>
      </dsp:txBody>
      <dsp:txXfrm>
        <a:off x="0" y="4090440"/>
        <a:ext cx="5000124" cy="681740"/>
      </dsp:txXfrm>
    </dsp:sp>
    <dsp:sp modelId="{30345DD4-E21C-436A-8433-3CED29D0D14D}">
      <dsp:nvSpPr>
        <dsp:cNvPr id="0" name=""/>
        <dsp:cNvSpPr/>
      </dsp:nvSpPr>
      <dsp:spPr>
        <a:xfrm>
          <a:off x="0" y="4772179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481E6E-F333-43E7-907F-6ABA369C7A01}">
      <dsp:nvSpPr>
        <dsp:cNvPr id="0" name=""/>
        <dsp:cNvSpPr/>
      </dsp:nvSpPr>
      <dsp:spPr>
        <a:xfrm>
          <a:off x="0" y="47721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Muy usado para series financieras con ruido y distinta densidad.</a:t>
          </a:r>
        </a:p>
      </dsp:txBody>
      <dsp:txXfrm>
        <a:off x="0" y="4772180"/>
        <a:ext cx="5000124" cy="681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7F11E-7D21-4F8E-B362-74B890D8340A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C27A5-4638-40F3-B751-DDBE91FB0545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2B803-71B3-4EED-9264-2CE807177A88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i="0" kern="1200" baseline="0"/>
            <a:t>DBSCAN en series financieras:</a:t>
          </a:r>
          <a:r>
            <a:rPr lang="es-CL" sz="1100" b="0" i="0" kern="1200" baseline="0"/>
            <a:t> </a:t>
          </a:r>
          <a:endParaRPr lang="en-US" sz="1100" kern="1200"/>
        </a:p>
      </dsp:txBody>
      <dsp:txXfrm>
        <a:off x="1736122" y="1100"/>
        <a:ext cx="2172539" cy="921683"/>
      </dsp:txXfrm>
    </dsp:sp>
    <dsp:sp modelId="{F49AAB51-2256-455C-BC1E-1BC79E70286F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C2E6B-6CE1-4DEC-BDC1-EF44552E9922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B19D8-9510-466E-9E75-37F1E1C1CEBA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Waltz, N. (2024). </a:t>
          </a:r>
          <a:r>
            <a:rPr lang="es-CL" sz="1100" b="0" i="1" kern="1200" baseline="0"/>
            <a:t>Time Series Clustering Using DBSCAN</a:t>
          </a:r>
          <a:r>
            <a:rPr lang="es-CL" sz="1100" b="0" i="0" kern="1200" baseline="0"/>
            <a:t>. arXiv:2403.14798.</a:t>
          </a:r>
          <a:br>
            <a:rPr lang="es-CL" sz="1100" b="0" i="0" kern="1200" baseline="0"/>
          </a:br>
          <a:r>
            <a:rPr lang="es-CL" sz="1100" b="0" i="0" kern="1200" baseline="0">
              <a:hlinkClick xmlns:r="http://schemas.openxmlformats.org/officeDocument/2006/relationships" r:id="rId5"/>
            </a:rPr>
            <a:t>PDF y resumen</a:t>
          </a:r>
          <a:r>
            <a:rPr lang="es-CL" sz="1100" b="0" i="0" kern="1200" baseline="0"/>
            <a:t> </a:t>
          </a:r>
          <a:r>
            <a:rPr lang="es-CL" sz="1100" b="0" i="0" kern="1200" baseline="0">
              <a:hlinkClick xmlns:r="http://schemas.openxmlformats.org/officeDocument/2006/relationships" r:id="rId5"/>
            </a:rPr>
            <a:t>[arxiv.org]</a:t>
          </a:r>
          <a:r>
            <a:rPr lang="es-CL" sz="1100" b="0" i="0" kern="1200" baseline="0"/>
            <a:t> </a:t>
          </a:r>
          <a:endParaRPr lang="en-US" sz="1100" kern="1200"/>
        </a:p>
      </dsp:txBody>
      <dsp:txXfrm>
        <a:off x="5406396" y="1100"/>
        <a:ext cx="2172539" cy="921683"/>
      </dsp:txXfrm>
    </dsp:sp>
    <dsp:sp modelId="{E2B7ACEB-30E4-49BF-9F49-2F88BBA32267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14CFB-1A9C-4DB6-84CA-B335355774A0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9C12E-E02E-444A-B90C-10866D31F511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i="0" kern="1200" baseline="0"/>
            <a:t>Aplicaciones en detección de anomalías financieras:</a:t>
          </a:r>
          <a:r>
            <a:rPr lang="es-CL" sz="1100" b="0" i="0" kern="1200" baseline="0"/>
            <a:t> </a:t>
          </a:r>
          <a:endParaRPr lang="en-US" sz="1100" kern="1200"/>
        </a:p>
      </dsp:txBody>
      <dsp:txXfrm>
        <a:off x="1736122" y="1635560"/>
        <a:ext cx="2172539" cy="921683"/>
      </dsp:txXfrm>
    </dsp:sp>
    <dsp:sp modelId="{84CCB395-7D4F-4114-B000-B1C476C85E4E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AB1F9-CEF5-4553-8053-534A2591F1CC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0060E-DF72-4C79-BB11-A92A5A078DD3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Shiraj, M.B. et al. (2024). </a:t>
          </a:r>
          <a:r>
            <a:rPr lang="es-CL" sz="1100" b="0" i="1" kern="1200" baseline="0"/>
            <a:t>Anomaly detection in financial time series data via mapper algorithm and DBSCAN clustering</a:t>
          </a:r>
          <a:r>
            <a:rPr lang="es-CL" sz="1100" b="0" i="0" kern="1200" baseline="0"/>
            <a:t>. World Journal of Advanced Engineering Technology and Sciences, 13(01), 70–84.</a:t>
          </a:r>
          <a:br>
            <a:rPr lang="es-CL" sz="1100" b="0" i="0" kern="1200" baseline="0"/>
          </a:br>
          <a:r>
            <a:rPr lang="es-CL" sz="1100" b="0" i="0" kern="1200" baseline="0">
              <a:hlinkClick xmlns:r="http://schemas.openxmlformats.org/officeDocument/2006/relationships" r:id="rId10"/>
            </a:rPr>
            <a:t>PDF</a:t>
          </a:r>
          <a:r>
            <a:rPr lang="es-CL" sz="1100" b="0" i="0" kern="1200" baseline="0"/>
            <a:t> </a:t>
          </a:r>
          <a:r>
            <a:rPr lang="es-CL" sz="1100" b="0" i="0" kern="1200" baseline="0">
              <a:hlinkClick xmlns:r="http://schemas.openxmlformats.org/officeDocument/2006/relationships" r:id="rId10"/>
            </a:rPr>
            <a:t>[wjaets.com]</a:t>
          </a:r>
          <a:r>
            <a:rPr lang="es-CL" sz="1100" b="0" i="0" kern="1200" baseline="0"/>
            <a:t> </a:t>
          </a:r>
          <a:endParaRPr lang="en-US" sz="1100" kern="1200"/>
        </a:p>
      </dsp:txBody>
      <dsp:txXfrm>
        <a:off x="5406396" y="1635560"/>
        <a:ext cx="2172539" cy="921683"/>
      </dsp:txXfrm>
    </dsp:sp>
    <dsp:sp modelId="{3E4AC1E0-5C52-405A-80FB-63F3694D68C2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89A97-9A0E-4A38-A6ED-F1ACAFFCFC9A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2F87D-8322-4980-A590-397BABA9A89C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i="0" kern="1200" baseline="0"/>
            <a:t>HDBSCAN en series financieras:</a:t>
          </a:r>
          <a:r>
            <a:rPr lang="es-CL" sz="1100" b="0" i="0" kern="1200" baseline="0"/>
            <a:t> </a:t>
          </a:r>
          <a:endParaRPr lang="en-US" sz="1100" kern="1200"/>
        </a:p>
      </dsp:txBody>
      <dsp:txXfrm>
        <a:off x="1736122" y="3270020"/>
        <a:ext cx="2172539" cy="921683"/>
      </dsp:txXfrm>
    </dsp:sp>
    <dsp:sp modelId="{0D2819F0-226C-422A-AF00-614793EF5362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65D40-9B01-43BB-808A-BE40AFB4EC82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37094-CCA1-46DB-80BD-AE988B9793CC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Stewart, G. &amp; Al-Khassaweneh, M. (2022). </a:t>
          </a:r>
          <a:r>
            <a:rPr lang="es-CL" sz="1100" b="0" i="1" kern="1200" baseline="0"/>
            <a:t>An Implementation of the HDBSCAN</a:t>
          </a:r>
          <a:r>
            <a:rPr lang="es-CL" sz="1100" b="0" i="0" kern="1200" baseline="0"/>
            <a:t> Clustering Algorithm*. Applied Sciences, 12, 2405.</a:t>
          </a:r>
          <a:br>
            <a:rPr lang="es-CL" sz="1100" b="0" i="0" kern="1200" baseline="0"/>
          </a:br>
          <a:r>
            <a:rPr lang="es-CL" sz="1100" b="0" i="0" kern="1200" baseline="0">
              <a:hlinkClick xmlns:r="http://schemas.openxmlformats.org/officeDocument/2006/relationships" r:id="rId15"/>
            </a:rPr>
            <a:t>PDF</a:t>
          </a:r>
          <a:r>
            <a:rPr lang="es-CL" sz="1100" b="0" i="0" kern="1200" baseline="0"/>
            <a:t> </a:t>
          </a:r>
          <a:r>
            <a:rPr lang="es-CL" sz="1100" b="0" i="0" kern="1200" baseline="0">
              <a:hlinkClick xmlns:r="http://schemas.openxmlformats.org/officeDocument/2006/relationships" r:id="rId15"/>
            </a:rPr>
            <a:t>[researchgate.net]</a:t>
          </a:r>
          <a:endParaRPr lang="en-US" sz="1100" kern="1200"/>
        </a:p>
      </dsp:txBody>
      <dsp:txXfrm>
        <a:off x="5406396" y="3270020"/>
        <a:ext cx="2172539" cy="92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C8598-FC4F-45A2-B4E2-CC5446133C97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6595C0-379D-4E1F-BD1E-094DC95CE714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Clustering jerárquico aglomerativo (Ward, complete, average):</a:t>
          </a:r>
        </a:p>
      </dsp:txBody>
      <dsp:txXfrm>
        <a:off x="0" y="0"/>
        <a:ext cx="5000124" cy="1363480"/>
      </dsp:txXfrm>
    </dsp:sp>
    <dsp:sp modelId="{3941FF11-76B1-44A6-B35E-FD9004C85CA5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308667-74DD-4AFE-A6EA-A566AAF7BAC7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Genera un dendrograma que permite explorar distintas granularidades.</a:t>
          </a:r>
        </a:p>
      </dsp:txBody>
      <dsp:txXfrm>
        <a:off x="0" y="1363480"/>
        <a:ext cx="5000124" cy="1363480"/>
      </dsp:txXfrm>
    </dsp:sp>
    <dsp:sp modelId="{E27C37F8-E59D-45B9-B894-410C80A6048B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24DE48-FFC0-4520-BC85-1550ED7FF4F1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Bueno para estructuras anidadas (sectores → subsectores → empresas).</a:t>
          </a:r>
        </a:p>
      </dsp:txBody>
      <dsp:txXfrm>
        <a:off x="0" y="2726960"/>
        <a:ext cx="5000124" cy="1363480"/>
      </dsp:txXfrm>
    </dsp:sp>
    <dsp:sp modelId="{8903F1D2-4E33-48EC-8FBC-2CFCBD31E9B5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C74B47-0BA4-4C49-A949-F7F8023A90FC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Desventaja: más costoso computacionalmente para datasets grandes.</a:t>
          </a:r>
        </a:p>
      </dsp:txBody>
      <dsp:txXfrm>
        <a:off x="0" y="4090440"/>
        <a:ext cx="5000124" cy="1363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A17F7-581E-4D2B-B93B-B83194AFF1A2}">
      <dsp:nvSpPr>
        <dsp:cNvPr id="0" name=""/>
        <dsp:cNvSpPr/>
      </dsp:nvSpPr>
      <dsp:spPr>
        <a:xfrm>
          <a:off x="0" y="681330"/>
          <a:ext cx="8195871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52F6F-02EC-4CE9-A058-0418EB549049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F040D-7275-4B2F-A9FB-DEE32F0877B0}">
      <dsp:nvSpPr>
        <dsp:cNvPr id="0" name=""/>
        <dsp:cNvSpPr/>
      </dsp:nvSpPr>
      <dsp:spPr>
        <a:xfrm>
          <a:off x="1452806" y="681330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Ward, J. H., Jr. (1963). "Hierarchical Grouping to Optimize an Objective Function." </a:t>
          </a:r>
        </a:p>
      </dsp:txBody>
      <dsp:txXfrm>
        <a:off x="1452806" y="681330"/>
        <a:ext cx="6743064" cy="1257841"/>
      </dsp:txXfrm>
    </dsp:sp>
    <dsp:sp modelId="{2116C625-F492-4FE5-A229-AAB62CBEFC4A}">
      <dsp:nvSpPr>
        <dsp:cNvPr id="0" name=""/>
        <dsp:cNvSpPr/>
      </dsp:nvSpPr>
      <dsp:spPr>
        <a:xfrm>
          <a:off x="0" y="2253632"/>
          <a:ext cx="8195871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1F27E-D864-47C9-9DD5-401EDE274FC1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58B7D-80BF-4312-8F6E-1389B924F3B4}">
      <dsp:nvSpPr>
        <dsp:cNvPr id="0" name=""/>
        <dsp:cNvSpPr/>
      </dsp:nvSpPr>
      <dsp:spPr>
        <a:xfrm>
          <a:off x="1452806" y="2253632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Journal of the American Statistical Association, 58 (301): 236–244.</a:t>
          </a:r>
        </a:p>
      </dsp:txBody>
      <dsp:txXfrm>
        <a:off x="1452806" y="2253632"/>
        <a:ext cx="6743064" cy="12578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A9F47-6C37-4E28-A99D-C6F436B1B68C}">
      <dsp:nvSpPr>
        <dsp:cNvPr id="0" name=""/>
        <dsp:cNvSpPr/>
      </dsp:nvSpPr>
      <dsp:spPr>
        <a:xfrm rot="5400000">
          <a:off x="4713034" y="-1529550"/>
          <a:ext cx="176618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800" kern="1200"/>
            <a:t>Marti, G., Nielsen, F., Bińkowski, M., Donnat, P. (2021). </a:t>
          </a:r>
          <a:r>
            <a:rPr lang="es-CL" sz="1800" i="1" kern="1200"/>
            <a:t>A Review of Two Decades of Correlations, Hierarchies, Networks and Clustering in Financial Markets</a:t>
          </a:r>
          <a:r>
            <a:rPr lang="es-CL" sz="1800" kern="1200"/>
            <a:t>. Progress in Information Geometry, pp. 245–274.</a:t>
          </a:r>
          <a:br>
            <a:rPr lang="es-CL" sz="1800" kern="1200"/>
          </a:br>
          <a:r>
            <a:rPr lang="es-CL" sz="1800" kern="1200">
              <a:hlinkClick xmlns:r="http://schemas.openxmlformats.org/officeDocument/2006/relationships" r:id="rId1"/>
            </a:rPr>
            <a:t>PDF</a:t>
          </a:r>
          <a:r>
            <a:rPr lang="es-CL" sz="1800" kern="1200"/>
            <a:t> </a:t>
          </a:r>
          <a:r>
            <a:rPr lang="es-CL" sz="1800" kern="1200">
              <a:hlinkClick xmlns:r="http://schemas.openxmlformats.org/officeDocument/2006/relationships" r:id="rId1"/>
            </a:rPr>
            <a:t>[arxiv.org]</a:t>
          </a:r>
          <a:endParaRPr lang="en-US" sz="1800" kern="1200"/>
        </a:p>
      </dsp:txBody>
      <dsp:txXfrm rot="-5400000">
        <a:off x="2962655" y="307047"/>
        <a:ext cx="5180726" cy="1593750"/>
      </dsp:txXfrm>
    </dsp:sp>
    <dsp:sp modelId="{106C082C-DD77-4E31-B1F3-4D77FDA1288F}">
      <dsp:nvSpPr>
        <dsp:cNvPr id="0" name=""/>
        <dsp:cNvSpPr/>
      </dsp:nvSpPr>
      <dsp:spPr>
        <a:xfrm>
          <a:off x="0" y="55"/>
          <a:ext cx="2962656" cy="22077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1" kern="1200"/>
            <a:t>Revisión de clustering jerárquico en mercados financieros:</a:t>
          </a:r>
          <a:r>
            <a:rPr lang="es-CL" sz="2700" kern="1200"/>
            <a:t> </a:t>
          </a:r>
          <a:endParaRPr lang="en-US" sz="2700" kern="1200"/>
        </a:p>
      </dsp:txBody>
      <dsp:txXfrm>
        <a:off x="107773" y="107828"/>
        <a:ext cx="2747110" cy="1992186"/>
      </dsp:txXfrm>
    </dsp:sp>
    <dsp:sp modelId="{3635EA28-D55E-4D3E-B2E4-0538AC56DE5D}">
      <dsp:nvSpPr>
        <dsp:cNvPr id="0" name=""/>
        <dsp:cNvSpPr/>
      </dsp:nvSpPr>
      <dsp:spPr>
        <a:xfrm rot="5400000">
          <a:off x="4713034" y="788569"/>
          <a:ext cx="176618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800" kern="1200"/>
            <a:t>Tang, G., Tian, R., Wu, B. (2022). </a:t>
          </a:r>
          <a:r>
            <a:rPr lang="es-CL" sz="1800" i="1" kern="1200"/>
            <a:t>An Overview of Clustering Methods in The Financial World</a:t>
          </a:r>
          <a:r>
            <a:rPr lang="es-CL" sz="1800" kern="1200"/>
            <a:t>. Proceedings of the 7th International Conference on Financial Innovation and Economic Development.</a:t>
          </a:r>
          <a:br>
            <a:rPr lang="es-CL" sz="1800" kern="1200"/>
          </a:br>
          <a:r>
            <a:rPr lang="es-CL" sz="1800" kern="1200">
              <a:hlinkClick xmlns:r="http://schemas.openxmlformats.org/officeDocument/2006/relationships" r:id="rId2"/>
            </a:rPr>
            <a:t>PDF</a:t>
          </a:r>
          <a:r>
            <a:rPr lang="es-CL" sz="1800" kern="1200"/>
            <a:t>citeturn5search42</a:t>
          </a:r>
          <a:endParaRPr lang="en-US" sz="1800" kern="1200"/>
        </a:p>
      </dsp:txBody>
      <dsp:txXfrm rot="-5400000">
        <a:off x="2962655" y="2625166"/>
        <a:ext cx="5180726" cy="1593750"/>
      </dsp:txXfrm>
    </dsp:sp>
    <dsp:sp modelId="{5232B971-DED5-4075-9393-B1C78F222E06}">
      <dsp:nvSpPr>
        <dsp:cNvPr id="0" name=""/>
        <dsp:cNvSpPr/>
      </dsp:nvSpPr>
      <dsp:spPr>
        <a:xfrm>
          <a:off x="0" y="2318174"/>
          <a:ext cx="2962656" cy="22077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1" kern="1200"/>
            <a:t>Aplicaciones en segmentación de sectores y portafolios:</a:t>
          </a:r>
          <a:r>
            <a:rPr lang="es-CL" sz="2700" kern="1200"/>
            <a:t> </a:t>
          </a:r>
          <a:endParaRPr lang="en-US" sz="2700" kern="1200"/>
        </a:p>
      </dsp:txBody>
      <dsp:txXfrm>
        <a:off x="107773" y="2425947"/>
        <a:ext cx="2747110" cy="1992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ACB02-1AB4-4A5F-A674-94319C2E5A22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F543A8-306B-4019-8B68-E5D5C01BC5C1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Gaussian Mixture Models (GMM):</a:t>
          </a:r>
        </a:p>
      </dsp:txBody>
      <dsp:txXfrm>
        <a:off x="0" y="2663"/>
        <a:ext cx="5000124" cy="908098"/>
      </dsp:txXfrm>
    </dsp:sp>
    <dsp:sp modelId="{D1EB463A-258F-4F1D-B667-939015885512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2F384D-FF2E-42EA-BB64-E0A1DCD7A416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Supone que los datos provienen de una mezcla de distribuciones normales.</a:t>
          </a:r>
        </a:p>
      </dsp:txBody>
      <dsp:txXfrm>
        <a:off x="0" y="910762"/>
        <a:ext cx="5000124" cy="908098"/>
      </dsp:txXfrm>
    </dsp:sp>
    <dsp:sp modelId="{DCC643C0-5C63-4FDB-8CC8-F8E12FAE5F46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2CB7EB-C4F3-4B88-AC1F-2E0612467C89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Permite clusters elípticos, más realistas que los esféricos de K-means.</a:t>
          </a:r>
        </a:p>
      </dsp:txBody>
      <dsp:txXfrm>
        <a:off x="0" y="1818861"/>
        <a:ext cx="5000124" cy="908098"/>
      </dsp:txXfrm>
    </dsp:sp>
    <dsp:sp modelId="{72C25A4C-8DF0-4B6F-B98D-3EE981544AE2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20DA20-DE8C-4EFE-918F-9C463687614F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Entrega probabilidades de pertenencia, útil para riesgo financiero.</a:t>
          </a:r>
        </a:p>
      </dsp:txBody>
      <dsp:txXfrm>
        <a:off x="0" y="2726960"/>
        <a:ext cx="5000124" cy="908098"/>
      </dsp:txXfrm>
    </dsp:sp>
    <dsp:sp modelId="{7630CE90-FB75-441F-9EE6-DB2F8F5876EC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BD9358-C865-42BB-BB0A-C9FD3D07D9A1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Modelos de mezcla más generales (t-mixtures):</a:t>
          </a:r>
        </a:p>
      </dsp:txBody>
      <dsp:txXfrm>
        <a:off x="0" y="3635058"/>
        <a:ext cx="5000124" cy="908098"/>
      </dsp:txXfrm>
    </dsp:sp>
    <dsp:sp modelId="{A5640B2B-8A53-4997-9502-D075246AB25C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744DDF-48CA-4D68-9640-57680B8D0032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Usan distribuciones t de Student, más robustas a colas pesadas (típicas en retornos financieros).</a:t>
          </a:r>
        </a:p>
      </dsp:txBody>
      <dsp:txXfrm>
        <a:off x="0" y="4543157"/>
        <a:ext cx="5000124" cy="9080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54F5F-6462-4146-AA33-F0AFFA1888A9}">
      <dsp:nvSpPr>
        <dsp:cNvPr id="0" name=""/>
        <dsp:cNvSpPr/>
      </dsp:nvSpPr>
      <dsp:spPr>
        <a:xfrm rot="5400000">
          <a:off x="2584889" y="-562217"/>
          <a:ext cx="1678568" cy="322275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lt-LT" sz="1200" kern="1200"/>
            <a:t>Morkūnaitė, I., Celov, D., Leipus, R. (2024). </a:t>
          </a:r>
          <a:r>
            <a:rPr lang="lt-LT" sz="1200" i="1" kern="1200"/>
            <a:t>Evaluation of Value-at-Risk (VaR) using the Gaussian Mixture Models</a:t>
          </a:r>
          <a:r>
            <a:rPr lang="lt-LT" sz="1200" kern="1200"/>
            <a:t>. Research in Statistics.</a:t>
          </a:r>
          <a:br>
            <a:rPr lang="lt-LT" sz="1200" kern="1200"/>
          </a:br>
          <a:r>
            <a:rPr lang="lt-LT" sz="1200" kern="1200">
              <a:hlinkClick xmlns:r="http://schemas.openxmlformats.org/officeDocument/2006/relationships" r:id="rId1"/>
            </a:rPr>
            <a:t>PDF</a:t>
          </a:r>
          <a:r>
            <a:rPr lang="lt-LT" sz="1200" kern="1200"/>
            <a:t> </a:t>
          </a:r>
          <a:r>
            <a:rPr lang="lt-LT" sz="1200" kern="1200">
              <a:hlinkClick xmlns:r="http://schemas.openxmlformats.org/officeDocument/2006/relationships" r:id="rId1"/>
            </a:rPr>
            <a:t>[tandfonline.com]</a:t>
          </a:r>
          <a:endParaRPr lang="en-US" sz="1200" kern="1200"/>
        </a:p>
      </dsp:txBody>
      <dsp:txXfrm rot="-5400000">
        <a:off x="1812798" y="291815"/>
        <a:ext cx="3140810" cy="1514686"/>
      </dsp:txXfrm>
    </dsp:sp>
    <dsp:sp modelId="{4D00C279-3DF1-4AD0-AF8D-1AAB0B90AA86}">
      <dsp:nvSpPr>
        <dsp:cNvPr id="0" name=""/>
        <dsp:cNvSpPr/>
      </dsp:nvSpPr>
      <dsp:spPr>
        <a:xfrm>
          <a:off x="0" y="52"/>
          <a:ext cx="1812797" cy="2098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100" b="1" kern="1200"/>
            <a:t>GMM en riesgo financiero y Value-at-Risk:</a:t>
          </a:r>
          <a:r>
            <a:rPr lang="lt-LT" sz="2100" kern="1200"/>
            <a:t> </a:t>
          </a:r>
          <a:endParaRPr lang="en-US" sz="2100" kern="1200"/>
        </a:p>
      </dsp:txBody>
      <dsp:txXfrm>
        <a:off x="88493" y="88545"/>
        <a:ext cx="1635811" cy="1921224"/>
      </dsp:txXfrm>
    </dsp:sp>
    <dsp:sp modelId="{5A326384-042D-4610-A352-C8E56027A9CF}">
      <dsp:nvSpPr>
        <dsp:cNvPr id="0" name=""/>
        <dsp:cNvSpPr/>
      </dsp:nvSpPr>
      <dsp:spPr>
        <a:xfrm rot="5400000">
          <a:off x="2584889" y="1640903"/>
          <a:ext cx="1678568" cy="322275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lt-LT" sz="1200" kern="1200"/>
            <a:t>Wong, C.S., Chan, W.S., Kam, P.L. (2009). </a:t>
          </a:r>
          <a:r>
            <a:rPr lang="lt-LT" sz="1200" i="1" kern="1200"/>
            <a:t>A Student t-mixture autoregressive model with applications to heavy-tailed financial data</a:t>
          </a:r>
          <a:r>
            <a:rPr lang="lt-LT" sz="1200" kern="1200"/>
            <a:t>. Biometrika, 96(3), 751–760.</a:t>
          </a:r>
          <a:br>
            <a:rPr lang="lt-LT" sz="1200" kern="1200"/>
          </a:br>
          <a:r>
            <a:rPr lang="lt-LT" sz="1200" kern="1200">
              <a:hlinkClick xmlns:r="http://schemas.openxmlformats.org/officeDocument/2006/relationships" r:id="rId2"/>
            </a:rPr>
            <a:t>Resumen</a:t>
          </a:r>
          <a:r>
            <a:rPr lang="lt-LT" sz="1200" kern="1200"/>
            <a:t> </a:t>
          </a:r>
          <a:r>
            <a:rPr lang="lt-LT" sz="1200" kern="1200">
              <a:hlinkClick xmlns:r="http://schemas.openxmlformats.org/officeDocument/2006/relationships" r:id="rId2"/>
            </a:rPr>
            <a:t>[academic.oup.com]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lt-LT" sz="1200" kern="1200"/>
            <a:t>Peel, D., McLachlan, G.J. (2000). </a:t>
          </a:r>
          <a:r>
            <a:rPr lang="lt-LT" sz="1200" i="1" kern="1200"/>
            <a:t>Robust mixture modelling using the t distribution</a:t>
          </a:r>
          <a:r>
            <a:rPr lang="lt-LT" sz="1200" kern="1200"/>
            <a:t>.</a:t>
          </a:r>
          <a:br>
            <a:rPr lang="lt-LT" sz="1200" kern="1200"/>
          </a:br>
          <a:r>
            <a:rPr lang="lt-LT" sz="1200" kern="1200">
              <a:hlinkClick xmlns:r="http://schemas.openxmlformats.org/officeDocument/2006/relationships" r:id="rId3"/>
            </a:rPr>
            <a:t>PDF</a:t>
          </a:r>
          <a:r>
            <a:rPr lang="lt-LT" sz="1200" kern="1200"/>
            <a:t> </a:t>
          </a:r>
          <a:r>
            <a:rPr lang="lt-LT" sz="1200" kern="1200">
              <a:hlinkClick xmlns:r="http://schemas.openxmlformats.org/officeDocument/2006/relationships" r:id="rId3"/>
            </a:rPr>
            <a:t>[people.smp.uq.edu.au]</a:t>
          </a:r>
          <a:endParaRPr lang="en-US" sz="1200" kern="1200"/>
        </a:p>
      </dsp:txBody>
      <dsp:txXfrm rot="-5400000">
        <a:off x="1812798" y="2494936"/>
        <a:ext cx="3140810" cy="1514686"/>
      </dsp:txXfrm>
    </dsp:sp>
    <dsp:sp modelId="{9B86B244-7FF2-47DC-AB5D-23FF5A2B8BB4}">
      <dsp:nvSpPr>
        <dsp:cNvPr id="0" name=""/>
        <dsp:cNvSpPr/>
      </dsp:nvSpPr>
      <dsp:spPr>
        <a:xfrm>
          <a:off x="0" y="2203173"/>
          <a:ext cx="1812797" cy="2098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100" b="1" kern="1200"/>
            <a:t>t-mixture models para colas pesadas en retornos financieros:</a:t>
          </a:r>
          <a:r>
            <a:rPr lang="lt-LT" sz="2100" kern="1200"/>
            <a:t> </a:t>
          </a:r>
          <a:endParaRPr lang="en-US" sz="2100" kern="1200"/>
        </a:p>
      </dsp:txBody>
      <dsp:txXfrm>
        <a:off x="88493" y="2291666"/>
        <a:ext cx="1635811" cy="19212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675B1-E246-4FE4-8992-D235F76B2FFD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50BDF1-BC0E-40FA-AC3E-A5B12C19AC6D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Spectral Clustering:</a:t>
          </a:r>
        </a:p>
      </dsp:txBody>
      <dsp:txXfrm>
        <a:off x="0" y="0"/>
        <a:ext cx="5000124" cy="1363480"/>
      </dsp:txXfrm>
    </dsp:sp>
    <dsp:sp modelId="{850E1EFC-A9AB-48D1-A9E4-990393312321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34E3CA-7660-4E0E-8961-4C9714F42FF5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Usa eigenvectores de la matriz de similitud (correlaciones o distancias).</a:t>
          </a:r>
        </a:p>
      </dsp:txBody>
      <dsp:txXfrm>
        <a:off x="0" y="1363480"/>
        <a:ext cx="5000124" cy="1363480"/>
      </dsp:txXfrm>
    </dsp:sp>
    <dsp:sp modelId="{361B0567-A8BB-4C83-BE3C-BF7D0A30EFD4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66DB93-319A-48B4-9856-864D90CE83D9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Excelente para segmentar activos en función de matrices de correlación.</a:t>
          </a:r>
        </a:p>
      </dsp:txBody>
      <dsp:txXfrm>
        <a:off x="0" y="2726960"/>
        <a:ext cx="5000124" cy="1363480"/>
      </dsp:txXfrm>
    </dsp:sp>
    <dsp:sp modelId="{C4CF4FCC-B1F0-46FD-9851-7E4106A4912E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2279BF-403A-4883-91DB-397AF9B83C71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Adecuado para detectar clusters de portafolios o sectores correlacionados.</a:t>
          </a:r>
        </a:p>
      </dsp:txBody>
      <dsp:txXfrm>
        <a:off x="0" y="4090440"/>
        <a:ext cx="5000124" cy="13634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8A137-BB08-4272-858E-60C05CBF2B17}">
      <dsp:nvSpPr>
        <dsp:cNvPr id="0" name=""/>
        <dsp:cNvSpPr/>
      </dsp:nvSpPr>
      <dsp:spPr>
        <a:xfrm rot="5400000">
          <a:off x="2335930" y="-269781"/>
          <a:ext cx="2128307" cy="3200079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Popescu, A.-D., Spulbar, C. (2023). </a:t>
          </a:r>
          <a:r>
            <a:rPr lang="es-CL" sz="1900" i="1" kern="1200"/>
            <a:t>Dynamic Interdependence Between Asset Classes: A Spectral Co-Clustering and VAR Analysis</a:t>
          </a:r>
          <a:r>
            <a:rPr lang="es-CL" sz="1900" kern="1200"/>
            <a:t>.</a:t>
          </a:r>
          <a:br>
            <a:rPr lang="es-CL" sz="1900" kern="1200"/>
          </a:br>
          <a:r>
            <a:rPr lang="es-CL" sz="1900" kern="1200">
              <a:hlinkClick xmlns:r="http://schemas.openxmlformats.org/officeDocument/2006/relationships" r:id="rId1"/>
            </a:rPr>
            <a:t>PDF</a:t>
          </a:r>
          <a:r>
            <a:rPr lang="es-CL" sz="1900" kern="1200"/>
            <a:t> </a:t>
          </a:r>
          <a:r>
            <a:rPr lang="es-CL" sz="1900" kern="1200">
              <a:hlinkClick xmlns:r="http://schemas.openxmlformats.org/officeDocument/2006/relationships" r:id="rId1"/>
            </a:rPr>
            <a:t>[sserr.ro]</a:t>
          </a:r>
          <a:endParaRPr lang="en-US" sz="1900" kern="1200"/>
        </a:p>
      </dsp:txBody>
      <dsp:txXfrm rot="-5400000">
        <a:off x="1800045" y="369999"/>
        <a:ext cx="3096184" cy="1920517"/>
      </dsp:txXfrm>
    </dsp:sp>
    <dsp:sp modelId="{E01711D3-1C57-4D68-B271-E108AD070D73}">
      <dsp:nvSpPr>
        <dsp:cNvPr id="0" name=""/>
        <dsp:cNvSpPr/>
      </dsp:nvSpPr>
      <dsp:spPr>
        <a:xfrm>
          <a:off x="0" y="66"/>
          <a:ext cx="1800044" cy="266038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/>
            <a:t>Spectral clustering en matrices de correlación financiera:</a:t>
          </a:r>
          <a:r>
            <a:rPr lang="es-CL" sz="2200" kern="1200"/>
            <a:t> </a:t>
          </a:r>
          <a:endParaRPr lang="en-US" sz="2200" kern="1200"/>
        </a:p>
      </dsp:txBody>
      <dsp:txXfrm>
        <a:off x="87871" y="87937"/>
        <a:ext cx="1624302" cy="2484641"/>
      </dsp:txXfrm>
    </dsp:sp>
    <dsp:sp modelId="{C73AF956-610F-46EC-BFE7-0370436F9044}">
      <dsp:nvSpPr>
        <dsp:cNvPr id="0" name=""/>
        <dsp:cNvSpPr/>
      </dsp:nvSpPr>
      <dsp:spPr>
        <a:xfrm rot="5400000">
          <a:off x="2335930" y="2523621"/>
          <a:ext cx="2128307" cy="3200079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Kazakov, M., Kalyagin, V.A. (2016). </a:t>
          </a:r>
          <a:r>
            <a:rPr lang="es-CL" sz="1900" i="1" kern="1200"/>
            <a:t>Spectral Properties of Financial Correlation Matrices</a:t>
          </a:r>
          <a:r>
            <a:rPr lang="es-CL" sz="1900" kern="1200"/>
            <a:t>.</a:t>
          </a:r>
          <a:br>
            <a:rPr lang="es-CL" sz="1900" kern="1200"/>
          </a:br>
          <a:r>
            <a:rPr lang="es-CL" sz="1900" kern="1200">
              <a:hlinkClick xmlns:r="http://schemas.openxmlformats.org/officeDocument/2006/relationships" r:id="rId2"/>
            </a:rPr>
            <a:t>PDF</a:t>
          </a:r>
          <a:r>
            <a:rPr lang="es-CL" sz="1900" kern="1200"/>
            <a:t> </a:t>
          </a:r>
          <a:r>
            <a:rPr lang="es-CL" sz="1900" kern="1200">
              <a:hlinkClick xmlns:r="http://schemas.openxmlformats.org/officeDocument/2006/relationships" r:id="rId2"/>
            </a:rPr>
            <a:t>[link.springer.com]</a:t>
          </a:r>
          <a:endParaRPr lang="en-US" sz="1900" kern="1200"/>
        </a:p>
      </dsp:txBody>
      <dsp:txXfrm rot="-5400000">
        <a:off x="1800045" y="3163402"/>
        <a:ext cx="3096184" cy="1920517"/>
      </dsp:txXfrm>
    </dsp:sp>
    <dsp:sp modelId="{9975B6D7-D25B-439E-9974-4996AFAE8171}">
      <dsp:nvSpPr>
        <dsp:cNvPr id="0" name=""/>
        <dsp:cNvSpPr/>
      </dsp:nvSpPr>
      <dsp:spPr>
        <a:xfrm>
          <a:off x="0" y="2793469"/>
          <a:ext cx="1800044" cy="266038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/>
            <a:t>Propiedades espectrales de matrices de correlación financiera:</a:t>
          </a:r>
          <a:r>
            <a:rPr lang="es-CL" sz="2200" kern="1200"/>
            <a:t> </a:t>
          </a:r>
          <a:endParaRPr lang="en-US" sz="2200" kern="1200"/>
        </a:p>
      </dsp:txBody>
      <dsp:txXfrm>
        <a:off x="87871" y="2881340"/>
        <a:ext cx="1624302" cy="24846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B8277-94F2-4F0C-A7B0-3E52928E7366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9EC8EC-EED1-4A3D-8B13-2DD1A8F57350}">
      <dsp:nvSpPr>
        <dsp:cNvPr id="0" name=""/>
        <dsp:cNvSpPr/>
      </dsp:nvSpPr>
      <dsp:spPr>
        <a:xfrm>
          <a:off x="0" y="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K-means++ y variantes (K-means con kernel, spherical K-means):</a:t>
          </a:r>
        </a:p>
      </dsp:txBody>
      <dsp:txXfrm>
        <a:off x="0" y="0"/>
        <a:ext cx="5000124" cy="681740"/>
      </dsp:txXfrm>
    </dsp:sp>
    <dsp:sp modelId="{A39543B7-4296-4995-9D1E-8E25B1E79078}">
      <dsp:nvSpPr>
        <dsp:cNvPr id="0" name=""/>
        <dsp:cNvSpPr/>
      </dsp:nvSpPr>
      <dsp:spPr>
        <a:xfrm>
          <a:off x="0" y="6817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09F479-AFA8-43E6-A006-34B9AC6F49F1}">
      <dsp:nvSpPr>
        <dsp:cNvPr id="0" name=""/>
        <dsp:cNvSpPr/>
      </dsp:nvSpPr>
      <dsp:spPr>
        <a:xfrm>
          <a:off x="0" y="6817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Permiten trabajar con correlaciones en lugar de distancias euclidianas.</a:t>
          </a:r>
        </a:p>
      </dsp:txBody>
      <dsp:txXfrm>
        <a:off x="0" y="681740"/>
        <a:ext cx="5000124" cy="681740"/>
      </dsp:txXfrm>
    </dsp:sp>
    <dsp:sp modelId="{D3C6D3FE-36FD-42EA-A5E9-37EE9DE0C2A4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278D3E-ED42-4092-A640-FEC48B0D4F4C}">
      <dsp:nvSpPr>
        <dsp:cNvPr id="0" name=""/>
        <dsp:cNvSpPr/>
      </dsp:nvSpPr>
      <dsp:spPr>
        <a:xfrm>
          <a:off x="0" y="13634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Self-Organizing Maps (SOM):</a:t>
          </a:r>
        </a:p>
      </dsp:txBody>
      <dsp:txXfrm>
        <a:off x="0" y="1363480"/>
        <a:ext cx="5000124" cy="681740"/>
      </dsp:txXfrm>
    </dsp:sp>
    <dsp:sp modelId="{61D2F283-1AE8-41B7-B0C3-B586220A4F1C}">
      <dsp:nvSpPr>
        <dsp:cNvPr id="0" name=""/>
        <dsp:cNvSpPr/>
      </dsp:nvSpPr>
      <dsp:spPr>
        <a:xfrm>
          <a:off x="0" y="204522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EE1FCB-4E6A-4110-A116-3A772CE3E470}">
      <dsp:nvSpPr>
        <dsp:cNvPr id="0" name=""/>
        <dsp:cNvSpPr/>
      </dsp:nvSpPr>
      <dsp:spPr>
        <a:xfrm>
          <a:off x="0" y="204522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Redes neuronales no supervisadas que preservan topología.</a:t>
          </a:r>
        </a:p>
      </dsp:txBody>
      <dsp:txXfrm>
        <a:off x="0" y="2045220"/>
        <a:ext cx="5000124" cy="681740"/>
      </dsp:txXfrm>
    </dsp:sp>
    <dsp:sp modelId="{A085FD20-D4F8-468E-8CD7-575153564510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FC63C0-C722-4FDE-97AC-1C33F315A582}">
      <dsp:nvSpPr>
        <dsp:cNvPr id="0" name=""/>
        <dsp:cNvSpPr/>
      </dsp:nvSpPr>
      <dsp:spPr>
        <a:xfrm>
          <a:off x="0" y="272696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Se usan en mapas de calor de riesgo, segmentación de clientes o clustering de mercados.</a:t>
          </a:r>
        </a:p>
      </dsp:txBody>
      <dsp:txXfrm>
        <a:off x="0" y="2726960"/>
        <a:ext cx="5000124" cy="681740"/>
      </dsp:txXfrm>
    </dsp:sp>
    <dsp:sp modelId="{3BD6D719-23CF-4AF4-AEC2-B0F809E8D7B3}">
      <dsp:nvSpPr>
        <dsp:cNvPr id="0" name=""/>
        <dsp:cNvSpPr/>
      </dsp:nvSpPr>
      <dsp:spPr>
        <a:xfrm>
          <a:off x="0" y="340870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52D632-2D01-46AE-8E33-AB4925D17248}">
      <dsp:nvSpPr>
        <dsp:cNvPr id="0" name=""/>
        <dsp:cNvSpPr/>
      </dsp:nvSpPr>
      <dsp:spPr>
        <a:xfrm>
          <a:off x="0" y="340870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Modelos basados en Deep Learning (autoencoders + clustering):</a:t>
          </a:r>
        </a:p>
      </dsp:txBody>
      <dsp:txXfrm>
        <a:off x="0" y="3408700"/>
        <a:ext cx="5000124" cy="681740"/>
      </dsp:txXfrm>
    </dsp:sp>
    <dsp:sp modelId="{26768BEB-4C41-45F0-B006-30284A954C74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E23662-9499-4CBC-B1A6-0E34DED7DB7F}">
      <dsp:nvSpPr>
        <dsp:cNvPr id="0" name=""/>
        <dsp:cNvSpPr/>
      </dsp:nvSpPr>
      <dsp:spPr>
        <a:xfrm>
          <a:off x="0" y="40904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Reducen dimensión y capturan no linealidades.</a:t>
          </a:r>
        </a:p>
      </dsp:txBody>
      <dsp:txXfrm>
        <a:off x="0" y="4090440"/>
        <a:ext cx="5000124" cy="681740"/>
      </dsp:txXfrm>
    </dsp:sp>
    <dsp:sp modelId="{5C45275A-1FD3-46A1-B447-7D18115AF3BA}">
      <dsp:nvSpPr>
        <dsp:cNvPr id="0" name=""/>
        <dsp:cNvSpPr/>
      </dsp:nvSpPr>
      <dsp:spPr>
        <a:xfrm>
          <a:off x="0" y="4772179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1116A1-0A99-4AF4-A450-C3D6CE296A0E}">
      <dsp:nvSpPr>
        <dsp:cNvPr id="0" name=""/>
        <dsp:cNvSpPr/>
      </dsp:nvSpPr>
      <dsp:spPr>
        <a:xfrm>
          <a:off x="0" y="47721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Aplicados en high-frequency trading y detección de patrones ocultos.</a:t>
          </a:r>
        </a:p>
      </dsp:txBody>
      <dsp:txXfrm>
        <a:off x="0" y="4772180"/>
        <a:ext cx="5000124" cy="6817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429B7-3992-4CFE-B6A0-FFF8D4BE8F92}">
      <dsp:nvSpPr>
        <dsp:cNvPr id="0" name=""/>
        <dsp:cNvSpPr/>
      </dsp:nvSpPr>
      <dsp:spPr>
        <a:xfrm>
          <a:off x="10481" y="388842"/>
          <a:ext cx="854094" cy="854094"/>
        </a:xfrm>
        <a:prstGeom prst="flowChartMagneticDisk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ED00D-E694-4F80-A199-826FF7E7FE49}">
      <dsp:nvSpPr>
        <dsp:cNvPr id="0" name=""/>
        <dsp:cNvSpPr/>
      </dsp:nvSpPr>
      <dsp:spPr>
        <a:xfrm>
          <a:off x="10481" y="1389787"/>
          <a:ext cx="2440270" cy="588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K-means++ y variantes en datos financieros:</a:t>
          </a:r>
          <a:r>
            <a:rPr lang="es-CL" sz="1400" kern="1200"/>
            <a:t> </a:t>
          </a:r>
          <a:endParaRPr lang="en-US" sz="1400" kern="1200"/>
        </a:p>
      </dsp:txBody>
      <dsp:txXfrm>
        <a:off x="10481" y="1389787"/>
        <a:ext cx="2440270" cy="588599"/>
      </dsp:txXfrm>
    </dsp:sp>
    <dsp:sp modelId="{317715CD-DB1D-4BD1-BE55-550D238C4F7D}">
      <dsp:nvSpPr>
        <dsp:cNvPr id="0" name=""/>
        <dsp:cNvSpPr/>
      </dsp:nvSpPr>
      <dsp:spPr>
        <a:xfrm>
          <a:off x="10481" y="2046688"/>
          <a:ext cx="2440270" cy="1757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Du, G., Li, X., Zhang, L., Liu, L., Zhao, C. (2021). </a:t>
          </a:r>
          <a:r>
            <a:rPr lang="es-CL" sz="1100" i="1" kern="1200"/>
            <a:t>Novel Automated K-means++ Algorithm for Financial Data Sets</a:t>
          </a:r>
          <a:r>
            <a:rPr lang="es-CL" sz="1100" kern="1200"/>
            <a:t>. Mathematical Problems in Engineering.</a:t>
          </a:r>
          <a:br>
            <a:rPr lang="es-CL" sz="1100" kern="1200"/>
          </a:br>
          <a:r>
            <a:rPr lang="es-CL" sz="1100" kern="1200">
              <a:hlinkClick xmlns:r="http://schemas.openxmlformats.org/officeDocument/2006/relationships" r:id="rId3"/>
            </a:rPr>
            <a:t>PDF</a:t>
          </a:r>
          <a:r>
            <a:rPr lang="es-CL" sz="1100" kern="1200"/>
            <a:t> </a:t>
          </a:r>
          <a:r>
            <a:rPr lang="es-CL" sz="1100" kern="1200">
              <a:hlinkClick xmlns:r="http://schemas.openxmlformats.org/officeDocument/2006/relationships" r:id="rId3"/>
            </a:rPr>
            <a:t>[scispace.com]</a:t>
          </a:r>
          <a:endParaRPr lang="en-US" sz="1100" kern="1200"/>
        </a:p>
      </dsp:txBody>
      <dsp:txXfrm>
        <a:off x="10481" y="2046688"/>
        <a:ext cx="2440270" cy="1757273"/>
      </dsp:txXfrm>
    </dsp:sp>
    <dsp:sp modelId="{89C6EB70-471F-45D5-9334-5C3BBF328314}">
      <dsp:nvSpPr>
        <dsp:cNvPr id="0" name=""/>
        <dsp:cNvSpPr/>
      </dsp:nvSpPr>
      <dsp:spPr>
        <a:xfrm>
          <a:off x="2877800" y="388842"/>
          <a:ext cx="854094" cy="85409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367B6-733C-418B-B597-D093A88419B7}">
      <dsp:nvSpPr>
        <dsp:cNvPr id="0" name=""/>
        <dsp:cNvSpPr/>
      </dsp:nvSpPr>
      <dsp:spPr>
        <a:xfrm>
          <a:off x="2877800" y="1389787"/>
          <a:ext cx="2440270" cy="588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Self-Organizing Maps (SOM) en segmentación de riesgo y clientes:</a:t>
          </a:r>
          <a:r>
            <a:rPr lang="es-CL" sz="1400" kern="1200"/>
            <a:t> </a:t>
          </a:r>
          <a:endParaRPr lang="en-US" sz="1400" kern="1200"/>
        </a:p>
      </dsp:txBody>
      <dsp:txXfrm>
        <a:off x="2877800" y="1389787"/>
        <a:ext cx="2440270" cy="588599"/>
      </dsp:txXfrm>
    </dsp:sp>
    <dsp:sp modelId="{5FBA5DED-CA9B-44AA-BCC7-F451ABFA6749}">
      <dsp:nvSpPr>
        <dsp:cNvPr id="0" name=""/>
        <dsp:cNvSpPr/>
      </dsp:nvSpPr>
      <dsp:spPr>
        <a:xfrm>
          <a:off x="2877800" y="2046688"/>
          <a:ext cx="2440270" cy="1757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Kolari, J.W., Pastor Sanz, I. (2017). </a:t>
          </a:r>
          <a:r>
            <a:rPr lang="es-CL" sz="1100" i="1" kern="1200"/>
            <a:t>Systemic risk measurement in banking using self-organizing maps</a:t>
          </a:r>
          <a:r>
            <a:rPr lang="es-CL" sz="1100" kern="1200"/>
            <a:t>. Journal of Banking Regulation, 18, 338–358.</a:t>
          </a:r>
          <a:br>
            <a:rPr lang="es-CL" sz="1100" kern="1200"/>
          </a:br>
          <a:r>
            <a:rPr lang="es-CL" sz="1100" kern="1200">
              <a:hlinkClick xmlns:r="http://schemas.openxmlformats.org/officeDocument/2006/relationships" r:id="rId6"/>
            </a:rPr>
            <a:t>PDF</a:t>
          </a:r>
          <a:r>
            <a:rPr lang="es-CL" sz="1100" kern="1200"/>
            <a:t> </a:t>
          </a:r>
          <a:r>
            <a:rPr lang="es-CL" sz="1100" kern="1200">
              <a:hlinkClick xmlns:r="http://schemas.openxmlformats.org/officeDocument/2006/relationships" r:id="rId6"/>
            </a:rPr>
            <a:t>[link.springer.com]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Pejić Bach, M., Juković, S., Dumičić, K., Šarlija, N. (2013). </a:t>
          </a:r>
          <a:r>
            <a:rPr lang="es-CL" sz="1100" i="1" kern="1200"/>
            <a:t>Business Client Segmentation in Banking Using Self-Organizing Maps</a:t>
          </a:r>
          <a:r>
            <a:rPr lang="es-CL" sz="1100" kern="1200"/>
            <a:t>.</a:t>
          </a:r>
          <a:br>
            <a:rPr lang="es-CL" sz="1100" kern="1200"/>
          </a:br>
          <a:r>
            <a:rPr lang="es-CL" sz="1100" kern="1200">
              <a:hlinkClick xmlns:r="http://schemas.openxmlformats.org/officeDocument/2006/relationships" r:id="rId7"/>
            </a:rPr>
            <a:t>PDF</a:t>
          </a:r>
          <a:r>
            <a:rPr lang="es-CL" sz="1100" kern="1200"/>
            <a:t> </a:t>
          </a:r>
          <a:r>
            <a:rPr lang="es-CL" sz="1100" kern="1200">
              <a:hlinkClick xmlns:r="http://schemas.openxmlformats.org/officeDocument/2006/relationships" r:id="rId7"/>
            </a:rPr>
            <a:t>[journal.efsa.unsa.ba]</a:t>
          </a:r>
          <a:endParaRPr lang="en-US" sz="1100" kern="1200"/>
        </a:p>
      </dsp:txBody>
      <dsp:txXfrm>
        <a:off x="2877800" y="2046688"/>
        <a:ext cx="2440270" cy="1757273"/>
      </dsp:txXfrm>
    </dsp:sp>
    <dsp:sp modelId="{46A36B89-9CED-4450-947F-8A768FD0C86A}">
      <dsp:nvSpPr>
        <dsp:cNvPr id="0" name=""/>
        <dsp:cNvSpPr/>
      </dsp:nvSpPr>
      <dsp:spPr>
        <a:xfrm>
          <a:off x="5745118" y="388842"/>
          <a:ext cx="854094" cy="854094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62F12-BDA9-4842-A639-CB1A085E7BCB}">
      <dsp:nvSpPr>
        <dsp:cNvPr id="0" name=""/>
        <dsp:cNvSpPr/>
      </dsp:nvSpPr>
      <dsp:spPr>
        <a:xfrm>
          <a:off x="5745118" y="1389787"/>
          <a:ext cx="2440270" cy="588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Deep Learning (autoencoders + clustering) en trading y patrones ocultos:</a:t>
          </a:r>
          <a:r>
            <a:rPr lang="es-CL" sz="1400" kern="1200"/>
            <a:t> </a:t>
          </a:r>
          <a:endParaRPr lang="en-US" sz="1400" kern="1200"/>
        </a:p>
      </dsp:txBody>
      <dsp:txXfrm>
        <a:off x="5745118" y="1389787"/>
        <a:ext cx="2440270" cy="588599"/>
      </dsp:txXfrm>
    </dsp:sp>
    <dsp:sp modelId="{67BD1C1F-A1EB-4681-8847-D0737BA1327E}">
      <dsp:nvSpPr>
        <dsp:cNvPr id="0" name=""/>
        <dsp:cNvSpPr/>
      </dsp:nvSpPr>
      <dsp:spPr>
        <a:xfrm>
          <a:off x="5745118" y="2046688"/>
          <a:ext cx="2440270" cy="1757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Bao, W., Yue, J., Rao, Y. (2017). </a:t>
          </a:r>
          <a:r>
            <a:rPr lang="es-CL" sz="1100" i="1" kern="1200"/>
            <a:t>A deep learning framework for financial time series using stacked autoencoders and long-short term memory</a:t>
          </a:r>
          <a:r>
            <a:rPr lang="es-CL" sz="1100" kern="1200"/>
            <a:t>. PLOS ONE, 12(7): e0180944.</a:t>
          </a:r>
          <a:br>
            <a:rPr lang="es-CL" sz="1100" kern="1200"/>
          </a:br>
          <a:r>
            <a:rPr lang="es-CL" sz="1100" kern="1200">
              <a:hlinkClick xmlns:r="http://schemas.openxmlformats.org/officeDocument/2006/relationships" r:id="rId10"/>
            </a:rPr>
            <a:t>Artículo</a:t>
          </a:r>
          <a:r>
            <a:rPr lang="es-CL" sz="1100" kern="1200"/>
            <a:t> </a:t>
          </a:r>
          <a:r>
            <a:rPr lang="es-CL" sz="1100" kern="1200">
              <a:hlinkClick xmlns:r="http://schemas.openxmlformats.org/officeDocument/2006/relationships" r:id="rId10"/>
            </a:rPr>
            <a:t>[journals.plos.org]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Norlander, E. (2019). </a:t>
          </a:r>
          <a:r>
            <a:rPr lang="es-CL" sz="1100" i="1" kern="1200"/>
            <a:t>Clustering and Anomaly Detection in Financial Trading Data Using the Conditional Latent Space Variational Autoencoder</a:t>
          </a:r>
          <a:r>
            <a:rPr lang="es-CL" sz="1100" kern="1200"/>
            <a:t>.</a:t>
          </a:r>
          <a:br>
            <a:rPr lang="es-CL" sz="1100" kern="1200"/>
          </a:br>
          <a:r>
            <a:rPr lang="es-CL" sz="1100" kern="1200">
              <a:hlinkClick xmlns:r="http://schemas.openxmlformats.org/officeDocument/2006/relationships" r:id="rId11"/>
            </a:rPr>
            <a:t>PDF</a:t>
          </a:r>
          <a:r>
            <a:rPr lang="es-CL" sz="1100" kern="1200"/>
            <a:t> </a:t>
          </a:r>
          <a:r>
            <a:rPr lang="es-CL" sz="1100" kern="1200">
              <a:hlinkClick xmlns:r="http://schemas.openxmlformats.org/officeDocument/2006/relationships" r:id="rId11"/>
            </a:rPr>
            <a:t>[lup.lub.lu.se]</a:t>
          </a:r>
          <a:endParaRPr lang="en-US" sz="1100" kern="1200"/>
        </a:p>
      </dsp:txBody>
      <dsp:txXfrm>
        <a:off x="5745118" y="2046688"/>
        <a:ext cx="2440270" cy="1757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F1516-AEFB-48D9-925A-1171127D239F}" type="datetimeFigureOut">
              <a:rPr lang="fr-CA" smtClean="0"/>
              <a:t>2026-03-02</a:t>
            </a:fld>
            <a:endParaRPr lang="fr-C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fr-C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AD639-527B-45DF-862D-3374B61ADF86}" type="slidenum">
              <a:rPr lang="fr-CA" smtClean="0"/>
              <a:t>‹Nº›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637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42586-E3B6-4578-BD21-6D1D2958709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215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EF898D-2D11-30D4-02E6-20C852447B5E}"/>
              </a:ext>
            </a:extLst>
          </p:cNvPr>
          <p:cNvSpPr txBox="1"/>
          <p:nvPr/>
        </p:nvSpPr>
        <p:spPr>
          <a:xfrm>
            <a:off x="1028699" y="5510253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Familias de modelos de clustering</a:t>
            </a:r>
          </a:p>
        </p:txBody>
      </p:sp>
      <p:pic>
        <p:nvPicPr>
          <p:cNvPr id="3" name="Imagen 2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E5B221E8-B2C2-B5F0-3D5F-648355ECC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192" y="1106333"/>
            <a:ext cx="6233615" cy="180774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122F33D-A417-8495-D564-239B1325699D}"/>
              </a:ext>
            </a:extLst>
          </p:cNvPr>
          <p:cNvSpPr txBox="1"/>
          <p:nvPr/>
        </p:nvSpPr>
        <p:spPr>
          <a:xfrm>
            <a:off x="1455192" y="3833199"/>
            <a:ext cx="6249619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Profesor Guillermo Yañez</a:t>
            </a:r>
          </a:p>
          <a:p>
            <a:pPr indent="-2286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gyanez@fen.uchile.cl</a:t>
            </a:r>
          </a:p>
        </p:txBody>
      </p:sp>
    </p:spTree>
    <p:extLst>
      <p:ext uri="{BB962C8B-B14F-4D97-AF65-F5344CB8AC3E}">
        <p14:creationId xmlns:p14="http://schemas.microsoft.com/office/powerpoint/2010/main" val="2402430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3500">
                <a:solidFill>
                  <a:srgbClr val="FFFFFF"/>
                </a:solidFill>
              </a:rPr>
              <a:t>1. Modelos Basados en Densidad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0137AFF-BC72-9DC8-091D-E17454B65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66638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4224E6-3C65-F18D-81FE-75B2510C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dirty="0">
                <a:solidFill>
                  <a:srgbClr val="FFFFFF"/>
                </a:solidFill>
              </a:rPr>
              <a:t>Fuentes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848D846-B6A1-6001-D565-A8A404865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7245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554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201481-489A-683D-3DD9-A18A35D3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3500">
                <a:solidFill>
                  <a:srgbClr val="FFFFFF"/>
                </a:solidFill>
              </a:rPr>
              <a:t>Para detección de fraudes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84381-2A52-DCD2-567B-108C5D2C2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/>
              <a:t>Ester, M., Kriegel, H.-P., Sander, J., &amp; Xu, X. (1996).</a:t>
            </a:r>
          </a:p>
          <a:p>
            <a:pPr marL="0" indent="0">
              <a:buNone/>
            </a:pPr>
            <a:r>
              <a:rPr lang="fr-CA" sz="1700" dirty="0"/>
              <a:t>A </a:t>
            </a:r>
            <a:r>
              <a:rPr lang="fr-CA" sz="1700" dirty="0" err="1"/>
              <a:t>density-based</a:t>
            </a:r>
            <a:r>
              <a:rPr lang="fr-CA" sz="1700" dirty="0"/>
              <a:t> </a:t>
            </a:r>
            <a:r>
              <a:rPr lang="fr-CA" sz="1700" dirty="0" err="1"/>
              <a:t>algorithm</a:t>
            </a:r>
            <a:r>
              <a:rPr lang="fr-CA" sz="1700" dirty="0"/>
              <a:t> for </a:t>
            </a:r>
            <a:r>
              <a:rPr lang="fr-CA" sz="1700" dirty="0" err="1"/>
              <a:t>discovering</a:t>
            </a:r>
            <a:r>
              <a:rPr lang="fr-CA" sz="1700" dirty="0"/>
              <a:t> clusters in large spatial </a:t>
            </a:r>
            <a:r>
              <a:rPr lang="fr-CA" sz="1700" dirty="0" err="1"/>
              <a:t>databases</a:t>
            </a:r>
            <a:r>
              <a:rPr lang="fr-CA" sz="1700" dirty="0"/>
              <a:t> </a:t>
            </a:r>
            <a:r>
              <a:rPr lang="fr-CA" sz="1700" dirty="0" err="1"/>
              <a:t>with</a:t>
            </a:r>
            <a:r>
              <a:rPr lang="fr-CA" sz="1700" dirty="0"/>
              <a:t> noise. In </a:t>
            </a:r>
            <a:r>
              <a:rPr lang="fr-CA" sz="1700" dirty="0" err="1"/>
              <a:t>Proceedings</a:t>
            </a:r>
            <a:r>
              <a:rPr lang="fr-CA" sz="1700" dirty="0"/>
              <a:t> of the Second International </a:t>
            </a:r>
            <a:r>
              <a:rPr lang="fr-CA" sz="1700" dirty="0" err="1"/>
              <a:t>Conference</a:t>
            </a:r>
            <a:r>
              <a:rPr lang="fr-CA" sz="1700" dirty="0"/>
              <a:t> on </a:t>
            </a:r>
            <a:r>
              <a:rPr lang="fr-CA" sz="1700" dirty="0" err="1"/>
              <a:t>Knowledge</a:t>
            </a:r>
            <a:r>
              <a:rPr lang="fr-CA" sz="1700" dirty="0"/>
              <a:t> Discovery and Data Mining (KDD-96), pp. 226–231. Portland, Oregon: AAAI </a:t>
            </a:r>
            <a:r>
              <a:rPr lang="fr-CA" sz="1700" dirty="0" err="1"/>
              <a:t>Press</a:t>
            </a:r>
            <a:r>
              <a:rPr lang="fr-CA" sz="1700" dirty="0"/>
              <a:t>.</a:t>
            </a:r>
          </a:p>
          <a:p>
            <a:pPr marL="0" indent="0">
              <a:buNone/>
            </a:pPr>
            <a:r>
              <a:rPr lang="fr-CA" sz="1700" dirty="0"/>
              <a:t>https://www.aaai.org/Papers/KDD/1996/KDD96-037.pdf</a:t>
            </a:r>
          </a:p>
          <a:p>
            <a:pPr marL="0" indent="0">
              <a:buNone/>
            </a:pPr>
            <a:endParaRPr lang="fr-CA" sz="1700" dirty="0"/>
          </a:p>
          <a:p>
            <a:pPr marL="0" indent="0">
              <a:buNone/>
            </a:pPr>
            <a:r>
              <a:rPr lang="fr-CA" sz="1700" dirty="0"/>
              <a:t>Sander, J., Ester, M., Kriegel, HP. et al. (1998). </a:t>
            </a:r>
          </a:p>
          <a:p>
            <a:pPr marL="0" indent="0">
              <a:buNone/>
            </a:pPr>
            <a:r>
              <a:rPr lang="fr-CA" sz="1700" dirty="0"/>
              <a:t>Density-</a:t>
            </a:r>
            <a:r>
              <a:rPr lang="fr-CA" sz="1700" dirty="0" err="1"/>
              <a:t>Based</a:t>
            </a:r>
            <a:r>
              <a:rPr lang="fr-CA" sz="1700" dirty="0"/>
              <a:t> Clustering in Spatial </a:t>
            </a:r>
            <a:r>
              <a:rPr lang="fr-CA" sz="1700" dirty="0" err="1"/>
              <a:t>Databases</a:t>
            </a:r>
            <a:r>
              <a:rPr lang="fr-CA" sz="1700" dirty="0"/>
              <a:t>:  The </a:t>
            </a:r>
            <a:r>
              <a:rPr lang="fr-CA" sz="1700" dirty="0" err="1"/>
              <a:t>Algorithm</a:t>
            </a:r>
            <a:r>
              <a:rPr lang="fr-CA" sz="1700" dirty="0"/>
              <a:t> GDBSCAN and </a:t>
            </a:r>
            <a:r>
              <a:rPr lang="fr-CA" sz="1700" dirty="0" err="1"/>
              <a:t>Its</a:t>
            </a:r>
            <a:r>
              <a:rPr lang="fr-CA" sz="1700" dirty="0"/>
              <a:t> Applications.    Data Mining and </a:t>
            </a:r>
            <a:r>
              <a:rPr lang="fr-CA" sz="1700" dirty="0" err="1"/>
              <a:t>Knowledge</a:t>
            </a:r>
            <a:r>
              <a:rPr lang="fr-CA" sz="1700" dirty="0"/>
              <a:t> Discovery 2, 169–194</a:t>
            </a:r>
          </a:p>
          <a:p>
            <a:pPr marL="0" indent="0">
              <a:buNone/>
            </a:pPr>
            <a:r>
              <a:rPr lang="fr-CA" sz="1700" dirty="0"/>
              <a:t>https://doi.org/10.1023/A:1009745219419</a:t>
            </a:r>
          </a:p>
        </p:txBody>
      </p:sp>
    </p:spTree>
    <p:extLst>
      <p:ext uri="{BB962C8B-B14F-4D97-AF65-F5344CB8AC3E}">
        <p14:creationId xmlns:p14="http://schemas.microsoft.com/office/powerpoint/2010/main" val="3506933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L" sz="3500">
                <a:solidFill>
                  <a:srgbClr val="FFFFFF"/>
                </a:solidFill>
              </a:rPr>
              <a:t>2. Modelos Jerárquicos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1D8B2B-8E30-03AE-B431-503426A0D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9019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420520-8D46-DD80-81D3-CD636387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>
                <a:solidFill>
                  <a:srgbClr val="FFFFFF"/>
                </a:solidFill>
              </a:rPr>
              <a:t>Fuente principal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310596C-6F45-DE3B-4E08-CCC5CB303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6884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25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B5F89-A52F-6B8A-B0AF-F0DA195F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b="1" dirty="0"/>
              <a:t>Modelos Jerárquicos (</a:t>
            </a:r>
            <a:r>
              <a:rPr lang="es-CL" b="1" dirty="0" err="1"/>
              <a:t>Aglomerativo</a:t>
            </a:r>
            <a:r>
              <a:rPr lang="es-CL" b="1" dirty="0"/>
              <a:t>, Ward, etc.)</a:t>
            </a:r>
            <a:endParaRPr lang="fr-CA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4682DF70-9BF8-6F32-63F8-CFC031F731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185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L" sz="2700">
                <a:solidFill>
                  <a:srgbClr val="FFFFFF"/>
                </a:solidFill>
              </a:rPr>
              <a:t>3. Modelos Probabilísticos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756B61-59D1-487C-6715-CBEAB1668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12330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39A65E-FD42-6575-4D71-01C185B8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440"/>
          </a:xfrm>
        </p:spPr>
        <p:txBody>
          <a:bodyPr>
            <a:normAutofit/>
          </a:bodyPr>
          <a:lstStyle/>
          <a:p>
            <a:r>
              <a:rPr lang="lt-LT" sz="3500" b="1" dirty="0"/>
              <a:t>Modelos Probabilísticos (Gaussian Mixture Models, t-mixtures)</a:t>
            </a:r>
            <a:endParaRPr lang="fr-CA" sz="3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D3007-9C2A-94DE-9BAA-3DDECDEF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80" r="30738" b="-2"/>
          <a:stretch>
            <a:fillRect/>
          </a:stretch>
        </p:blipFill>
        <p:spPr>
          <a:xfrm>
            <a:off x="5991972" y="1843285"/>
            <a:ext cx="2523376" cy="3728611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4E7C55D-C1ED-59BD-ABA6-708B5A7B2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114952"/>
              </p:ext>
            </p:extLst>
          </p:nvPr>
        </p:nvGraphicFramePr>
        <p:xfrm>
          <a:off x="628650" y="1825625"/>
          <a:ext cx="5035549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8799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3500">
                <a:solidFill>
                  <a:srgbClr val="FFFFFF"/>
                </a:solidFill>
              </a:rPr>
              <a:t>4. Modelos Espectrales y de Grafos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7561D5-9FED-07D8-D897-5B5AB0D1D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9114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A373C5-A717-639C-8099-9B1F9DE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L" sz="3500" b="1" dirty="0">
                <a:solidFill>
                  <a:srgbClr val="FFFFFF"/>
                </a:solidFill>
              </a:rPr>
              <a:t>Modelos Espectrales y de Grafos</a:t>
            </a:r>
            <a:endParaRPr lang="fr-CA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DC409A7-11C8-D0A6-9D60-A56B62968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45046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308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L" sz="3500">
                <a:solidFill>
                  <a:srgbClr val="FFFFFF"/>
                </a:solidFill>
              </a:rPr>
              <a:t>5. Modelos de Clustering Modernos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CA9E91-9D9A-A549-4946-10807AEE4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38869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0CFDA6-2B0D-277B-E8A4-CE1274110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2700" b="1" dirty="0">
                <a:solidFill>
                  <a:srgbClr val="FFFFFF"/>
                </a:solidFill>
              </a:rPr>
              <a:t>Modelos Modernos (K-</a:t>
            </a:r>
            <a:r>
              <a:rPr lang="es-CL" sz="2700" b="1" dirty="0" err="1">
                <a:solidFill>
                  <a:srgbClr val="FFFFFF"/>
                </a:solidFill>
              </a:rPr>
              <a:t>means</a:t>
            </a:r>
            <a:r>
              <a:rPr lang="es-CL" sz="2700" b="1" dirty="0">
                <a:solidFill>
                  <a:srgbClr val="FFFFFF"/>
                </a:solidFill>
              </a:rPr>
              <a:t>++, SOM, Deep </a:t>
            </a:r>
            <a:r>
              <a:rPr lang="es-CL" sz="2700" b="1" dirty="0" err="1">
                <a:solidFill>
                  <a:srgbClr val="FFFFFF"/>
                </a:solidFill>
              </a:rPr>
              <a:t>Learning</a:t>
            </a:r>
            <a:r>
              <a:rPr lang="es-CL" sz="2700" b="1" dirty="0">
                <a:solidFill>
                  <a:srgbClr val="FFFFFF"/>
                </a:solidFill>
              </a:rPr>
              <a:t>)</a:t>
            </a:r>
            <a:endParaRPr lang="fr-CA" sz="2700" dirty="0">
              <a:solidFill>
                <a:srgbClr val="FFFFFF"/>
              </a:solidFill>
            </a:endParaRPr>
          </a:p>
        </p:txBody>
      </p:sp>
      <p:graphicFrame>
        <p:nvGraphicFramePr>
          <p:cNvPr id="42" name="Marcador de contenido 2">
            <a:extLst>
              <a:ext uri="{FF2B5EF4-FFF2-40B4-BE49-F238E27FC236}">
                <a16:creationId xmlns:a16="http://schemas.microsoft.com/office/drawing/2014/main" id="{6E91FCF5-498B-2110-D125-B3F6CC8E1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90258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65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1251</Words>
  <Application>Microsoft Office PowerPoint</Application>
  <PresentationFormat>Presentación en pantalla (4:3)</PresentationFormat>
  <Paragraphs>82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1. Modelos Basados en Densidad</vt:lpstr>
      <vt:lpstr>Fuentes</vt:lpstr>
      <vt:lpstr>Para detección de fraudes</vt:lpstr>
      <vt:lpstr>2. Modelos Jerárquicos</vt:lpstr>
      <vt:lpstr>Fuente principal</vt:lpstr>
      <vt:lpstr>Modelos Jerárquicos (Aglomerativo, Ward, etc.)</vt:lpstr>
      <vt:lpstr>3. Modelos Probabilísticos</vt:lpstr>
      <vt:lpstr>Modelos Probabilísticos (Gaussian Mixture Models, t-mixtures)</vt:lpstr>
      <vt:lpstr>4. Modelos Espectrales y de Grafos</vt:lpstr>
      <vt:lpstr>Modelos Espectrales y de Grafos</vt:lpstr>
      <vt:lpstr>5. Modelos de Clustering Modernos</vt:lpstr>
      <vt:lpstr>Modelos Modernos (K-means++, SOM, Deep Learning)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Guillermo Yañez</dc:creator>
  <cp:keywords/>
  <dc:description>generated using python-pptx</dc:description>
  <cp:lastModifiedBy>Guillermo Yañez</cp:lastModifiedBy>
  <cp:revision>2</cp:revision>
  <dcterms:created xsi:type="dcterms:W3CDTF">2013-01-27T09:14:16Z</dcterms:created>
  <dcterms:modified xsi:type="dcterms:W3CDTF">2026-03-02T18:23:54Z</dcterms:modified>
  <cp:category/>
</cp:coreProperties>
</file>